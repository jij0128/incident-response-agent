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209d29dae544a2" /><Relationship Type="http://schemas.openxmlformats.org/officeDocument/2006/relationships/extended-properties" Target="/docProps/app.xml" Id="R1c653d2aecc8488b" /><Relationship Type="http://schemas.openxmlformats.org/officeDocument/2006/relationships/officeDocument" Target="/ppt/presentation.xml" Id="R740bded6a4e5424e" /></Relationships>
</file>

<file path=ppt/presentation.xml><?xml version="1.0" encoding="utf-8"?>
<p:presentation xmlns:p="http://schemas.openxmlformats.org/presentationml/2006/main">
  <p:sldMasterIdLst>
    <p:sldMasterId xmlns:r="http://schemas.openxmlformats.org/officeDocument/2006/relationships" id="2147483648" r:id="R068f2ac601f84ae2"/>
  </p:sldMasterIdLst>
  <p:notesMasterIdLst>
    <p:notesMasterId xmlns:r="http://schemas.openxmlformats.org/officeDocument/2006/relationships" r:id="R68269d1d1ba54e8e"/>
  </p:notesMasterIdLst>
  <p:sldIdLst>
    <p:sldId xmlns:r="http://schemas.openxmlformats.org/officeDocument/2006/relationships" id="256" r:id="R285abf48060849d8"/>
    <p:sldId xmlns:r="http://schemas.openxmlformats.org/officeDocument/2006/relationships" id="257" r:id="R6b280580f7204906"/>
    <p:sldId xmlns:r="http://schemas.openxmlformats.org/officeDocument/2006/relationships" id="258" r:id="R14dd048e71aa410f"/>
    <p:sldId xmlns:r="http://schemas.openxmlformats.org/officeDocument/2006/relationships" id="259" r:id="Rd37797f9255e494b"/>
    <p:sldId xmlns:r="http://schemas.openxmlformats.org/officeDocument/2006/relationships" id="260" r:id="R7e138821d99d40e9"/>
    <p:sldId xmlns:r="http://schemas.openxmlformats.org/officeDocument/2006/relationships" id="261" r:id="R4ee632d0fc14481d"/>
    <p:sldId xmlns:r="http://schemas.openxmlformats.org/officeDocument/2006/relationships" id="262" r:id="R31ce643e2b3242ac"/>
    <p:sldId xmlns:r="http://schemas.openxmlformats.org/officeDocument/2006/relationships" id="263" r:id="R8686723e3be14f40"/>
    <p:sldId xmlns:r="http://schemas.openxmlformats.org/officeDocument/2006/relationships" id="264" r:id="Rfb9e35831dfb4718"/>
    <p:sldId xmlns:r="http://schemas.openxmlformats.org/officeDocument/2006/relationships" id="265" r:id="R6417ade0d9f54595"/>
    <p:sldId xmlns:r="http://schemas.openxmlformats.org/officeDocument/2006/relationships" id="266" r:id="Rb1e36185734c494d"/>
    <p:sldId xmlns:r="http://schemas.openxmlformats.org/officeDocument/2006/relationships" id="267" r:id="Rfb2cbbc536f14c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967f8ac976489a" /><Relationship Type="http://schemas.openxmlformats.org/officeDocument/2006/relationships/slideMaster" Target="/ppt/slideMasters/slideMaster1.xml" Id="R068f2ac601f84ae2" /><Relationship Type="http://schemas.openxmlformats.org/officeDocument/2006/relationships/notesMaster" Target="/ppt/notesMasters/notesMaster1.xml" Id="R68269d1d1ba54e8e" /><Relationship Type="http://schemas.openxmlformats.org/officeDocument/2006/relationships/presProps" Target="/ppt/presProps.xml" Id="Ra87164a9b76947df" /><Relationship Type="http://schemas.openxmlformats.org/officeDocument/2006/relationships/tableStyles" Target="/ppt/tableStyles.xml" Id="R5b15d41359794dae" /><Relationship Type="http://schemas.openxmlformats.org/officeDocument/2006/relationships/slide" Target="/ppt/slides/slide1.xml" Id="R285abf48060849d8" /><Relationship Type="http://schemas.openxmlformats.org/officeDocument/2006/relationships/slide" Target="/ppt/slides/slide2.xml" Id="R6b280580f7204906" /><Relationship Type="http://schemas.openxmlformats.org/officeDocument/2006/relationships/slide" Target="/ppt/slides/slide3.xml" Id="R14dd048e71aa410f" /><Relationship Type="http://schemas.openxmlformats.org/officeDocument/2006/relationships/slide" Target="/ppt/slides/slide4.xml" Id="Rd37797f9255e494b" /><Relationship Type="http://schemas.openxmlformats.org/officeDocument/2006/relationships/slide" Target="/ppt/slides/slide5.xml" Id="R7e138821d99d40e9" /><Relationship Type="http://schemas.openxmlformats.org/officeDocument/2006/relationships/slide" Target="/ppt/slides/slide6.xml" Id="R4ee632d0fc14481d" /><Relationship Type="http://schemas.openxmlformats.org/officeDocument/2006/relationships/slide" Target="/ppt/slides/slide7.xml" Id="R31ce643e2b3242ac" /><Relationship Type="http://schemas.openxmlformats.org/officeDocument/2006/relationships/slide" Target="/ppt/slides/slide8.xml" Id="R8686723e3be14f40" /><Relationship Type="http://schemas.openxmlformats.org/officeDocument/2006/relationships/slide" Target="/ppt/slides/slide9.xml" Id="Rfb9e35831dfb4718" /><Relationship Type="http://schemas.openxmlformats.org/officeDocument/2006/relationships/slide" Target="/ppt/slides/slide10.xml" Id="R6417ade0d9f54595" /><Relationship Type="http://schemas.openxmlformats.org/officeDocument/2006/relationships/slide" Target="/ppt/slides/slide11.xml" Id="Rb1e36185734c494d" /><Relationship Type="http://schemas.openxmlformats.org/officeDocument/2006/relationships/slide" Target="/ppt/slides/slide12.xml" Id="Rfb2cbbc536f14c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d2d7704d5b42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841a40667141e4" /><Relationship Type="http://schemas.openxmlformats.org/officeDocument/2006/relationships/notesMaster" Target="/ppt/notesMasters/notesMaster1.xml" Id="R6688a765b99647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07c5bc3f354a14" /><Relationship Type="http://schemas.openxmlformats.org/officeDocument/2006/relationships/notesMaster" Target="/ppt/notesMasters/notesMaster1.xml" Id="R46b29caf2cca44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4d2192838f4b10" /><Relationship Type="http://schemas.openxmlformats.org/officeDocument/2006/relationships/notesMaster" Target="/ppt/notesMasters/notesMaster1.xml" Id="R6a2a719a6a374a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29cdc2d9f64ee4" /><Relationship Type="http://schemas.openxmlformats.org/officeDocument/2006/relationships/notesMaster" Target="/ppt/notesMasters/notesMaster1.xml" Id="Reaa0b976ba5546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67107938f846d3" /><Relationship Type="http://schemas.openxmlformats.org/officeDocument/2006/relationships/notesMaster" Target="/ppt/notesMasters/notesMaster1.xml" Id="R0302810da36b48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d1dd07e29d4a21" /><Relationship Type="http://schemas.openxmlformats.org/officeDocument/2006/relationships/notesMaster" Target="/ppt/notesMasters/notesMaster1.xml" Id="R990e1bcd551040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00943ca0204202" /><Relationship Type="http://schemas.openxmlformats.org/officeDocument/2006/relationships/notesMaster" Target="/ppt/notesMasters/notesMaster1.xml" Id="Rf13be18740234e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50f8c9e554408e" /><Relationship Type="http://schemas.openxmlformats.org/officeDocument/2006/relationships/notesMaster" Target="/ppt/notesMasters/notesMaster1.xml" Id="R63e1a9460f3140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61f40562094335" /><Relationship Type="http://schemas.openxmlformats.org/officeDocument/2006/relationships/notesMaster" Target="/ppt/notesMasters/notesMaster1.xml" Id="R01821ee835404e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82904a951d49a6" /><Relationship Type="http://schemas.openxmlformats.org/officeDocument/2006/relationships/notesMaster" Target="/ppt/notesMasters/notesMaster1.xml" Id="Raa70999cd51447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b64941164544cf" /><Relationship Type="http://schemas.openxmlformats.org/officeDocument/2006/relationships/notesMaster" Target="/ppt/notesMasters/notesMaster1.xml" Id="R3b7b6d0cb8304f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455e9e09854312" /><Relationship Type="http://schemas.openxmlformats.org/officeDocument/2006/relationships/notesMaster" Target="/ppt/notesMasters/notesMaster1.xml" Id="Rbc382e1cfc4e4c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Base AI Agent를 실행하며 발견한 오류를 중심으로 개선했습니다. 미등록 시스템을 다른 시스템으로 대체하는 문제, 관측과 매뉴얼의 혼동, 형식만으로 통과하는 검증을 다룹니다. 모니터링은 모의 데이터이며 실제 서비스 조치는 실행하지 않습니다.</a:t>
            </a:r>
          </a:p>
          <a:p xmlns:a="http://schemas.openxmlformats.org/drawingml/2006/main">
            <a:r>
              <a:t/>
            </a:r>
          </a:p>
          <a:p xmlns:a="http://schemas.openxmlformats.org/drawingml/2006/main">
            <a:r>
              <a:t>근거 자료</a:t>
            </a:r>
          </a:p>
          <a:p xmlns:a="http://schemas.openxmlformats.org/drawingml/2006/main">
            <a:r>
              <a:t>https://github.com/jij0128/incident-response-agent/blob/main/README.md</a:t>
            </a:r>
          </a:p>
          <a:p xmlns:a="http://schemas.openxmlformats.org/drawingml/2006/main">
            <a:r>
              <a:t>https://github.com/jij0128/incident-response-agent/blob/main/doc/PROJECT_REPORT.md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처음에는 답변 문장보다 대상 선택에 문제가 있었습니다. billing-service는 등록 목록에 없는데 원본은 auth-service를 조사했습니다. 동일 질문의 실제 Ollama 비교에서도 이 동작과 근거 없는 서비스 의존 관계 추정을 관찰했습니다. 그래서 LLM에 계획을 맡기기 전에 코드에서 명시된 대상 이름을 확인했습니다.</a:t>
            </a:r>
          </a:p>
          <a:p xmlns:a="http://schemas.openxmlformats.org/drawingml/2006/main">
            <a:r>
              <a:t/>
            </a:r>
          </a:p>
          <a:p xmlns:a="http://schemas.openxmlformats.org/drawingml/2006/main">
            <a:r>
              <a:t>근거 자료</a:t>
            </a:r>
          </a:p>
          <a:p xmlns:a="http://schemas.openxmlformats.org/drawingml/2006/main">
            <a:r>
              <a:t>https://github.com/jij0128/incident-response-agent/blob/main/eval/results/ollama_comparison.md</a:t>
            </a:r>
          </a:p>
          <a:p xmlns:a="http://schemas.openxmlformats.org/drawingml/2006/main">
            <a:r>
              <a:t>https://github.com/jij0128/incident-response-agent/blob/main/eval/results/ollama_review.md</a:t>
            </a:r>
          </a:p>
          <a:p xmlns:a="http://schemas.openxmlformats.org/drawingml/2006/main">
            <a:r>
              <a:t>https://github.com/jij0128/incident-response-agent/blob/main/agent/graph.py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Vue는 CDN 방식이라 npm 빌드가 없습니다. 브라우저는 8600 프록시에 같은 출처로 요청하고 FastAPI 8100이 그래프를 실행합니다. LangGraph는 흐름, MCP는 도구 연결을 맡습니다. MCP는 별도 네트워크 서비스가 아닌 subprocess/stdio입니다. SQLite와 LangSmith 추적 코드는 기존 제공 기능이며 이번에는 관리자 조회 화면을 추가했습니다. RAG와 벡터 DB는 추가하지 않았습니다.</a:t>
            </a:r>
          </a:p>
          <a:p xmlns:a="http://schemas.openxmlformats.org/drawingml/2006/main">
            <a:r>
              <a:t/>
            </a:r>
          </a:p>
          <a:p xmlns:a="http://schemas.openxmlformats.org/drawingml/2006/main">
            <a:r>
              <a:t>근거 자료</a:t>
            </a:r>
          </a:p>
          <a:p xmlns:a="http://schemas.openxmlformats.org/drawingml/2006/main">
            <a:r>
              <a:t>https://github.com/jij0128/incident-response-agent/blob/main/server.py</a:t>
            </a:r>
          </a:p>
          <a:p xmlns:a="http://schemas.openxmlformats.org/drawingml/2006/main">
            <a:r>
              <a:t>https://github.com/jij0128/incident-response-agent/blob/main/web_demo_server.py</a:t>
            </a:r>
          </a:p>
          <a:p xmlns:a="http://schemas.openxmlformats.org/drawingml/2006/main">
            <a:r>
              <a:t>https://github.com/jij0128/incident-response-agent/blob/main/agent/graph.py</a:t>
            </a:r>
          </a:p>
          <a:p xmlns:a="http://schemas.openxmlformats.org/drawingml/2006/main">
            <a:r>
              <a:t>https://github.com/jij0128/incident-response-agent/blob/main/agent/deps.py</a:t>
            </a:r>
          </a:p>
          <a:p xmlns:a="http://schemas.openxmlformats.org/drawingml/2006/main">
            <a:r>
              <a:t>https://github.com/jij0128/incident-response-agent/blob/main/README.md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target_check 노드는 등록 목록과 명시된 이름을 비교합니다. billing-service가 있으면 모델과 모니터링을 호출하지 않고 확인 요청을 돌려줍니다. 혼합 요청도 일부만 진단하지 않고 확인부터 합니다. 별칭이나 이름을 생략한 요청, legacy v1은 아직 남은 범위입니다. 원본의 기본 대상 선택 규칙 전체를 해결한 것은 아닙니다.</a:t>
            </a:r>
          </a:p>
          <a:p xmlns:a="http://schemas.openxmlformats.org/drawingml/2006/main">
            <a:r>
              <a:t/>
            </a:r>
          </a:p>
          <a:p xmlns:a="http://schemas.openxmlformats.org/drawingml/2006/main">
            <a:r>
              <a:t>근거 자료</a:t>
            </a:r>
          </a:p>
          <a:p xmlns:a="http://schemas.openxmlformats.org/drawingml/2006/main">
            <a:r>
              <a:t>https://github.com/jij0128/incident-response-agent/blob/main/agent/graph.py</a:t>
            </a:r>
          </a:p>
          <a:p xmlns:a="http://schemas.openxmlformats.org/drawingml/2006/main">
            <a:r>
              <a:t>https://github.com/jij0128/incident-response-agent/blob/main/eval/results/rule_comparison.md</a:t>
            </a:r>
          </a:p>
          <a:p xmlns:a="http://schemas.openxmlformats.org/drawingml/2006/main">
            <a:r>
              <a:t>https://github.com/jij0128/incident-response-agent/blob/main/tests/test_target_check.py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agent/grounding.py에서 두 실제 모델 백엔드가 같은 작성 지시를 사용하도록 했습니다. 모니터링은 관측, runbook은 아직 실행하지 않은 절차, analysis는 모델의 추정입니다. 실제 비교에서 도구가 없는 배포 이력을 조회하라고 제안하는 문제가 남아 조회 범위도 추가했습니다. 화면은 Ollama의 별도 실행이며 현재 CPU 90.7%와 알림 91%를 구분합니다. 작성 지시는 모든 자연어 문장을 보장하는 검증기는 아닙니다.</a:t>
            </a:r>
          </a:p>
          <a:p xmlns:a="http://schemas.openxmlformats.org/drawingml/2006/main">
            <a:r>
              <a:t/>
            </a:r>
          </a:p>
          <a:p xmlns:a="http://schemas.openxmlformats.org/drawingml/2006/main">
            <a:r>
              <a:t>근거 자료</a:t>
            </a:r>
          </a:p>
          <a:p xmlns:a="http://schemas.openxmlformats.org/drawingml/2006/main">
            <a:r>
              <a:t>https://github.com/jij0128/incident-response-agent/blob/main/agent/grounding.py</a:t>
            </a:r>
          </a:p>
          <a:p xmlns:a="http://schemas.openxmlformats.org/drawingml/2006/main">
            <a:r>
              <a:t>https://github.com/jij0128/incident-response-agent/blob/main/eval/results/tool_scope_check.md</a:t>
            </a:r>
          </a:p>
          <a:p xmlns:a="http://schemas.openxmlformats.org/drawingml/2006/main">
            <a:r>
              <a:t>https://github.com/jij0128/incident-response-agent/blob/main/eval/results/frontend_review/verification.json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원본과 개선본을 별도 프로세스로 실행한 고정 규칙 비교입니다. 근거 없는 퍼센트 3건의 통과를 막았고 정확한 인용은 유지했습니다. 하지만 근거에 있는 숫자를 다른 지표에 붙이거나 초 단위를 만들어내는 두 사례는 여전히 통과했습니다. 실패 후에는 강제 합격시키지 않습니다. 이 결과를 실제 LLM 전체 정확도라고 부르지 않습니다.</a:t>
            </a:r>
          </a:p>
          <a:p xmlns:a="http://schemas.openxmlformats.org/drawingml/2006/main">
            <a:r>
              <a:t/>
            </a:r>
          </a:p>
          <a:p xmlns:a="http://schemas.openxmlformats.org/drawingml/2006/main">
            <a:r>
              <a:t>근거 자료</a:t>
            </a:r>
          </a:p>
          <a:p xmlns:a="http://schemas.openxmlformats.org/drawingml/2006/main">
            <a:r>
              <a:t>https://github.com/jij0128/incident-response-agent/blob/main/eval/results/rule_comparison.md</a:t>
            </a:r>
          </a:p>
          <a:p xmlns:a="http://schemas.openxmlformats.org/drawingml/2006/main">
            <a:r>
              <a:t>https://github.com/jij0128/incident-response-agent/blob/main/eval/results/rule_comparison.json</a:t>
            </a:r>
          </a:p>
          <a:p xmlns:a="http://schemas.openxmlformats.org/drawingml/2006/main">
            <a:r>
              <a:t>https://github.com/jij0128/incident-response-agent/blob/main/agent/grounding.py</a:t>
            </a:r>
          </a:p>
          <a:p xmlns:a="http://schemas.openxmlformats.org/drawingml/2006/main">
            <a:r>
              <a:t>https://github.com/jij0128/incident-response-agent/blob/main/agent/graph.py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 변경은 화면 꾸미기 외에도 잘못된 상태 이해를 줄이는 데 집중했습니다. 예시를 누르면 입력만 채우며 자동 요청하지 않습니다. 한글 조합과 중복 submit, 이전 요청의 늦은 이벤트를 처리합니다. 초안은 검증 전이라고 표시하고 오류를 안내합니다. Chrome에서 실모델 응답 전환과 복사, 새 대화를 확인했습니다. 실제 휴대폰 전체 호환성을 검사한 것은 아닙니다.</a:t>
            </a:r>
          </a:p>
          <a:p xmlns:a="http://schemas.openxmlformats.org/drawingml/2006/main">
            <a:r>
              <a:t/>
            </a:r>
          </a:p>
          <a:p xmlns:a="http://schemas.openxmlformats.org/drawingml/2006/main">
            <a:r>
              <a:t>근거 자료</a:t>
            </a:r>
          </a:p>
          <a:p xmlns:a="http://schemas.openxmlformats.org/drawingml/2006/main">
            <a:r>
              <a:t>https://github.com/jij0128/incident-response-agent/blob/main/web_chat.html</a:t>
            </a:r>
          </a:p>
          <a:p xmlns:a="http://schemas.openxmlformats.org/drawingml/2006/main">
            <a:r>
              <a:t>https://github.com/jij0128/incident-response-agent/blob/main/tests/frontend_chat.test.cjs</a:t>
            </a:r>
          </a:p>
          <a:p xmlns:a="http://schemas.openxmlformats.org/drawingml/2006/main">
            <a:r>
              <a:t>https://github.com/jij0128/incident-response-agent/blob/main/doc/frontend_improvements.md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LangSmith 자체는 제공된 구성입니다. 이번에는 단일 접근 키로 보호한 관리자 조회 화면과 API를 만들고 일반 사용자 응답에서 내부 프롬프트를 분리했습니다. 승인받은 모의 POST와 SSE 각각 한 건을 실제 기록하고 42개 실행 노드와 검증 반려 후 합격을 확인했습니다. 각217토큰은 Fake 추정치입니다. 화면은 현재 설정 프로젝트 0건의 별도 상태이며 이전 기록을 삭제한 것이 아닙니다. 추적은 기본으로 꺼뒀고 다중 사용자 권한 체계는 남아 있습니다.</a:t>
            </a:r>
          </a:p>
          <a:p xmlns:a="http://schemas.openxmlformats.org/drawingml/2006/main">
            <a:r>
              <a:t/>
            </a:r>
          </a:p>
          <a:p xmlns:a="http://schemas.openxmlformats.org/drawingml/2006/main">
            <a:r>
              <a:t>근거 자료</a:t>
            </a:r>
          </a:p>
          <a:p xmlns:a="http://schemas.openxmlformats.org/drawingml/2006/main">
            <a:r>
              <a:t>https://github.com/jij0128/incident-response-agent/blob/main/README.md</a:t>
            </a:r>
          </a:p>
          <a:p xmlns:a="http://schemas.openxmlformats.org/drawingml/2006/main">
            <a:r>
              <a:t>https://github.com/jij0128/incident-response-agent/blob/main/server.py</a:t>
            </a:r>
          </a:p>
          <a:p xmlns:a="http://schemas.openxmlformats.org/drawingml/2006/main">
            <a:r>
              <a:t>https://github.com/jij0128/incident-response-agent/blob/main/admin.html</a:t>
            </a:r>
          </a:p>
          <a:p xmlns:a="http://schemas.openxmlformats.org/drawingml/2006/main">
            <a:r>
              <a:t>https://github.com/jij0128/incident-response-agent/blob/main/eval/results/frontend_review/verification.json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좋아진 결과와 불리한 결과를 같이 기록했습니다. 등록 질문은 로그 미수집 표현이 명확해졌지만 시간과 토큰이 늘었습니다. 미등록 포함 두 질문은 호출 없이 확인 요청으로 종료했습니다. 원본 혼합 질문은 분석 호출에서 타임아웃이 났고 정확한 원인은 미확정입니다. 성공한 호출의 1169토큰은 실패 호출 사용량을 포함하지 않습니다. 전체 평균이나 모델 품질 향상률로 확대하지 않았습니다.</a:t>
            </a:r>
          </a:p>
          <a:p xmlns:a="http://schemas.openxmlformats.org/drawingml/2006/main">
            <a:r>
              <a:t/>
            </a:r>
          </a:p>
          <a:p xmlns:a="http://schemas.openxmlformats.org/drawingml/2006/main">
            <a:r>
              <a:t>근거 자료</a:t>
            </a:r>
          </a:p>
          <a:p xmlns:a="http://schemas.openxmlformats.org/drawingml/2006/main">
            <a:r>
              <a:t>https://github.com/jij0128/incident-response-agent/blob/main/eval/results/ollama_comparison.md</a:t>
            </a:r>
          </a:p>
          <a:p xmlns:a="http://schemas.openxmlformats.org/drawingml/2006/main">
            <a:r>
              <a:t>https://github.com/jij0128/incident-response-agent/blob/main/eval/results/ollama_review.md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검증은 사용자 승인 후 실제 OpenAI API와 MCP stdio를 사용했습니다. 등록 질문은 총4회 호출,1697토큰이며 모두 HTTP200과 stop으로 끝났습니다. 현재 CPU98.8%와 알림91%를 구분했고 로그와 이력 미수집을 표시했습니다. 미등록과 혼합 질문은 API0회로 확인 안내를 반환했습니다. 세 경우 모두 최종 답변과 DONE을 받았습니다. 최대6회와 출력 상한은 검증에만 적용했습니다. 비용 청구액은 조회하지 않았습니다. ASGI 테스트가 응답을 모아 읽어 토큰별 도착 시간은 측정하지 않았습니다.</a:t>
            </a:r>
          </a:p>
          <a:p xmlns:a="http://schemas.openxmlformats.org/drawingml/2006/main">
            <a:r>
              <a:t/>
            </a:r>
          </a:p>
          <a:p xmlns:a="http://schemas.openxmlformats.org/drawingml/2006/main">
            <a:r>
              <a:t>근거 자료</a:t>
            </a:r>
          </a:p>
          <a:p xmlns:a="http://schemas.openxmlformats.org/drawingml/2006/main">
            <a:r>
              <a:t>https://github.com/jij0128/incident-response-agent/blob/main/eval/results/openai_check.md</a:t>
            </a:r>
          </a:p>
          <a:p xmlns:a="http://schemas.openxmlformats.org/drawingml/2006/main">
            <a:r>
              <a:t>https://github.com/jij0128/incident-response-agent/blob/main/eval/results/openai_check.json</a:t>
            </a:r>
          </a:p>
          <a:p xmlns:a="http://schemas.openxmlformats.org/drawingml/2006/main">
            <a:r>
              <a:t>https://github.com/jij0128/incident-response-agent/blob/main/eval/check_openai.py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프롬프트와 퍼센트 존재 검사만으로 신뢰성을 완성할 수는 없습니다. 지표를 구조화해서 귀속과 시점까지 검증하고 실제 로그 도구를 붙이는 것이 다음 후보입니다. 초안 노출은 라벨로 구분했지만 노출 자체는 남습니다. OpenAI 호출부도 non-stream 결과를 한 번에 콜백합니다. 관리자 인증은 단일 키 방식입니다. RAG는 문서 선택 문제가 커질 때 검토할 수 있고 이번 필수 요구로 오해하지 않았습니다.</a:t>
            </a:r>
          </a:p>
          <a:p xmlns:a="http://schemas.openxmlformats.org/drawingml/2006/main">
            <a:r>
              <a:t/>
            </a:r>
          </a:p>
          <a:p xmlns:a="http://schemas.openxmlformats.org/drawingml/2006/main">
            <a:r>
              <a:t>근거 자료</a:t>
            </a:r>
          </a:p>
          <a:p xmlns:a="http://schemas.openxmlformats.org/drawingml/2006/main">
            <a:r>
              <a:t>https://github.com/jij0128/incident-response-agent/blob/main/doc/PROJECT_REPORT.md</a:t>
            </a:r>
          </a:p>
          <a:p xmlns:a="http://schemas.openxmlformats.org/drawingml/2006/main">
            <a:r>
              <a:t>https://github.com/jij0128/incident-response-agent/blob/main/agent/grounding.py</a:t>
            </a:r>
          </a:p>
          <a:p xmlns:a="http://schemas.openxmlformats.org/drawingml/2006/main">
            <a:r>
              <a:t>https://github.com/jij0128/incident-response-agent/blob/main/agent/openai_llm.py</a:t>
            </a:r>
          </a:p>
          <a:p xmlns:a="http://schemas.openxmlformats.org/drawingml/2006/main">
            <a:r>
              <a:t>https://github.com/jij0128/incident-response-agent/blob/main/server.py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교훈은 경계와 검증 범위를 정확히 설명하는 것입니다. 대상 확인 노드만 추가했을 때 빈 업데이트로 실제 스트림이 끊겼습니다. API 회귀와 브라우저 확인을 더해 해결했습니다. 또 매뉴얼이 도구 명세를 대신할 수 없음을 실제 모델 검토에서 배웠습니다. 개선 전후 실험에서도 지연이 늘거나 실패한 결과를 숨기지 않았습니다. 세부 재현과 근거는 공개 결과 보고서와 저장소에서 확인할 수 있습니다.</a:t>
            </a:r>
          </a:p>
          <a:p xmlns:a="http://schemas.openxmlformats.org/drawingml/2006/main">
            <a:r>
              <a:t/>
            </a:r>
          </a:p>
          <a:p xmlns:a="http://schemas.openxmlformats.org/drawingml/2006/main">
            <a:r>
              <a:t>근거 자료</a:t>
            </a:r>
          </a:p>
          <a:p xmlns:a="http://schemas.openxmlformats.org/drawingml/2006/main">
            <a:r>
              <a:t>https://github.com/jij0128/incident-response-agent/blob/main/doc/PROJECT_REPORT.md</a:t>
            </a:r>
          </a:p>
          <a:p xmlns:a="http://schemas.openxmlformats.org/drawingml/2006/main">
            <a:r>
              <a:t>https://github.com/jij0128/incident-response-agent/blob/main/tests/test_target_check.py</a:t>
            </a:r>
          </a:p>
          <a:p xmlns:a="http://schemas.openxmlformats.org/drawingml/2006/main">
            <a:r>
              <a:t>https://github.com/jij0128/incident-response-agent/blob/main/eval/results/ollama_review.md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aeabb1382e4a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4d6aebcc7341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edb4ac56104e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9ffd4d50e944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ab8cbae86b43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fe0510b6184b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CC73BF-4AD2-445C-91F5-AB9AFAF6943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04E225-E871-44CE-A539-058AD9AEBE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4F02B3-B6DB-4DE9-BB28-ADF5E23636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C43529-A74E-41DD-BE2B-23B30B7F02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3D20BD-BE68-4DF2-B348-9A25A3232C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FB43D7-3F03-402B-9100-C68E7EAB02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AF285C-9E86-4B1F-8320-55AE592A81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60498C-A3C4-4EAE-BEC4-D1C46120DE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87FC6F-C392-4766-BF31-BA02920686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64A57D-0032-4C6D-AE2D-AA733E2FDC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174f827b2449de" /><Relationship Type="http://schemas.openxmlformats.org/officeDocument/2006/relationships/slideLayout" Target="/ppt/slideLayouts/slideLayout1.xml" Id="Rd394a1260e154f52" /><Relationship Type="http://schemas.openxmlformats.org/officeDocument/2006/relationships/slideLayout" Target="/ppt/slideLayouts/slideLayout2.xml" Id="R7a4f2674c3fa4ed6" /><Relationship Type="http://schemas.openxmlformats.org/officeDocument/2006/relationships/slideLayout" Target="/ppt/slideLayouts/slideLayout3.xml" Id="Rc774a602eaf9418a" /><Relationship Type="http://schemas.openxmlformats.org/officeDocument/2006/relationships/slideLayout" Target="/ppt/slideLayouts/slideLayout4.xml" Id="Ra669ce9b2b594cf3" /><Relationship Type="http://schemas.openxmlformats.org/officeDocument/2006/relationships/slideLayout" Target="/ppt/slideLayouts/slideLayout5.xml" Id="Rbe8da64415ca4049" /><Relationship Type="http://schemas.openxmlformats.org/officeDocument/2006/relationships/slideLayout" Target="/ppt/slideLayouts/slideLayout6.xml" Id="R50e4e77d1d484c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94a1260e154f52"/>
    <p:sldLayoutId xmlns:r="http://schemas.openxmlformats.org/officeDocument/2006/relationships" id="2147483650" r:id="R7a4f2674c3fa4ed6"/>
    <p:sldLayoutId xmlns:r="http://schemas.openxmlformats.org/officeDocument/2006/relationships" id="2147483651" r:id="Rc774a602eaf9418a"/>
    <p:sldLayoutId xmlns:r="http://schemas.openxmlformats.org/officeDocument/2006/relationships" id="2147483652" r:id="Ra669ce9b2b594cf3"/>
    <p:sldLayoutId xmlns:r="http://schemas.openxmlformats.org/officeDocument/2006/relationships" id="2147483653" r:id="Rbe8da64415ca4049"/>
    <p:sldLayoutId xmlns:r="http://schemas.openxmlformats.org/officeDocument/2006/relationships" id="2147483654" r:id="R50e4e77d1d484c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c61e7f64a33417d" /><Relationship Type="http://schemas.openxmlformats.org/officeDocument/2006/relationships/notesSlide" Target="/ppt/notesSlides/notesSlide1.xml" Id="R5eaf1631138b4f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1a3b6ed16d42b8" /><Relationship Type="http://schemas.openxmlformats.org/officeDocument/2006/relationships/notesSlide" Target="/ppt/notesSlides/notesSlide2.xml" Id="R78315ed03de844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0270ef613243e8" /><Relationship Type="http://schemas.openxmlformats.org/officeDocument/2006/relationships/notesSlide" Target="/ppt/notesSlides/notesSlide3.xml" Id="R1e18a24b767843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f6ef5e3a7d40c8" /><Relationship Type="http://schemas.openxmlformats.org/officeDocument/2006/relationships/notesSlide" Target="/ppt/notesSlides/notesSlide4.xml" Id="R52b7e8c4489242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4c4a774f0048be" /><Relationship Type="http://schemas.openxmlformats.org/officeDocument/2006/relationships/image" Target="/ppt/media/image.jpeg" Id="Rf569f3b9156d42a4" /><Relationship Type="http://schemas.openxmlformats.org/officeDocument/2006/relationships/notesSlide" Target="/ppt/notesSlides/notesSlide5.xml" Id="R4bbf245d7e434b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4b63a51bfc4a21" /><Relationship Type="http://schemas.openxmlformats.org/officeDocument/2006/relationships/notesSlide" Target="/ppt/notesSlides/notesSlide6.xml" Id="R319a71c7390640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c2c31975be4591" /><Relationship Type="http://schemas.openxmlformats.org/officeDocument/2006/relationships/image" Target="/ppt/media/image2.jpeg" Id="R77fcc496c5844846" /><Relationship Type="http://schemas.openxmlformats.org/officeDocument/2006/relationships/notesSlide" Target="/ppt/notesSlides/notesSlide7.xml" Id="R19999d09ce234a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9f9bcb4b15846c4" /><Relationship Type="http://schemas.openxmlformats.org/officeDocument/2006/relationships/image" Target="/ppt/media/image3.jpeg" Id="Refd93a84e37d4691" /><Relationship Type="http://schemas.openxmlformats.org/officeDocument/2006/relationships/notesSlide" Target="/ppt/notesSlides/notesSlide8.xml" Id="Rdcc645577fdb4c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5d32040f0db45f4" /><Relationship Type="http://schemas.openxmlformats.org/officeDocument/2006/relationships/notesSlide" Target="/ppt/notesSlides/notesSlide9.xml" Id="R6904a366d6db42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e6726de25945e2" /><Relationship Type="http://schemas.openxmlformats.org/officeDocument/2006/relationships/notesSlide" Target="/ppt/notesSlides/notesSlide10.xml" Id="R4a9183a039324a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16b2a0a12f14a50" /><Relationship Type="http://schemas.openxmlformats.org/officeDocument/2006/relationships/notesSlide" Target="/ppt/notesSlides/notesSlide11.xml" Id="R6c9b8f4ce1ee49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f1c6a03dd7c44ee" /><Relationship Type="http://schemas.openxmlformats.org/officeDocument/2006/relationships/notesSlide" Target="/ppt/notesSlides/notesSlide12.xml" Id="R5679b8b8079b41a8" /></Relationships>
</file>

<file path=ppt/slides/slide1.xml><?xml version="1.0" encoding="utf-8"?>
<p:sld xmlns:p="http://schemas.openxmlformats.org/presentationml/2006/main">
  <p:cSld>
    <p:bg>
      <p:bgPr>
        <a:solidFill xmlns:a="http://schemas.openxmlformats.org/drawingml/2006/main">
          <a:srgbClr val="193D30"/>
        </a:solidFill>
      </p:bgPr>
    </p:bg>
    <p:spTree>
      <p:nvGrpSpPr>
        <p:cNvPr id="1" name=""/>
        <p:cNvGrpSpPr/>
        <p:nvPr/>
      </p:nvGrpSpPr>
      <p:grpSpPr>
        <a:xfrm xmlns:a="http://schemas.openxmlformats.org/drawingml/2006/main"/>
      </p:grpSpPr>
      <p:sp>
        <p:nvSpPr>
          <p:cNvPr id="5" name="SKALA AI MINI-PROJECT  /  1번 과제">
            <a:extLst xmlns:a="http://schemas.openxmlformats.org/drawingml/2006/main">
              <a:ext uri="{FF2B5EF4-FFF2-40B4-BE49-F238E27FC236}">
                <a16:creationId xmlns:a16="http://schemas.microsoft.com/office/drawing/2014/main" id="{32A2BCBF-C0E3-47EE-9A79-937D420D1908}"/>
              </a:ext>
            </a:extLst>
          </p:cNvPr>
          <p:cNvSpPr>
            <a:spLocks xmlns:a="http://schemas.openxmlformats.org/drawingml/2006/main" noGrp="1"/>
          </p:cNvSpPr>
          <p:nvPr/>
        </p:nvSpPr>
        <p:spPr>
          <a:xfrm xmlns:a="http://schemas.openxmlformats.org/drawingml/2006/main">
            <a:off x="685800" y="5524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BED8C8"/>
                </a:solidFill>
                <a:latin typeface="Apple SD Gothic Neo"/>
                <a:ea typeface="Apple SD Gothic Neo"/>
                <a:cs typeface="Apple SD Gothic Neo"/>
              </a:defRPr>
            </a:defPPr>
            <a:lvl1pPr>
              <a:defRPr sz="1650" b="1">
                <a:solidFill>
                  <a:srgbClr val="BED8C8"/>
                </a:solidFill>
                <a:latin typeface="Apple SD Gothic Neo"/>
                <a:ea typeface="Apple SD Gothic Neo"/>
                <a:cs typeface="Apple SD Gothic Neo"/>
              </a:defRPr>
            </a:lvl1pPr>
            <a:lvl2pPr>
              <a:defRPr sz="1650" b="1">
                <a:solidFill>
                  <a:srgbClr val="BED8C8"/>
                </a:solidFill>
                <a:latin typeface="Apple SD Gothic Neo"/>
                <a:ea typeface="Apple SD Gothic Neo"/>
                <a:cs typeface="Apple SD Gothic Neo"/>
              </a:defRPr>
            </a:lvl2pPr>
            <a:lvl3pPr>
              <a:defRPr sz="1650" b="1">
                <a:solidFill>
                  <a:srgbClr val="BED8C8"/>
                </a:solidFill>
                <a:latin typeface="Apple SD Gothic Neo"/>
                <a:ea typeface="Apple SD Gothic Neo"/>
                <a:cs typeface="Apple SD Gothic Neo"/>
              </a:defRPr>
            </a:lvl3pPr>
            <a:lvl4pPr>
              <a:defRPr sz="1650" b="1">
                <a:solidFill>
                  <a:srgbClr val="BED8C8"/>
                </a:solidFill>
                <a:latin typeface="Apple SD Gothic Neo"/>
                <a:ea typeface="Apple SD Gothic Neo"/>
                <a:cs typeface="Apple SD Gothic Neo"/>
              </a:defRPr>
            </a:lvl4pPr>
            <a:lvl5pPr>
              <a:defRPr sz="1650" b="1">
                <a:solidFill>
                  <a:srgbClr val="BED8C8"/>
                </a:solidFill>
                <a:latin typeface="Apple SD Gothic Neo"/>
                <a:ea typeface="Apple SD Gothic Neo"/>
                <a:cs typeface="Apple SD Gothic Neo"/>
              </a:defRPr>
            </a:lvl5pPr>
            <a:lvl6pPr>
              <a:defRPr sz="1650" b="1">
                <a:solidFill>
                  <a:srgbClr val="BED8C8"/>
                </a:solidFill>
                <a:latin typeface="Apple SD Gothic Neo"/>
                <a:ea typeface="Apple SD Gothic Neo"/>
                <a:cs typeface="Apple SD Gothic Neo"/>
              </a:defRPr>
            </a:lvl6pPr>
            <a:lvl7pPr>
              <a:defRPr sz="1650" b="1">
                <a:solidFill>
                  <a:srgbClr val="BED8C8"/>
                </a:solidFill>
                <a:latin typeface="Apple SD Gothic Neo"/>
                <a:ea typeface="Apple SD Gothic Neo"/>
                <a:cs typeface="Apple SD Gothic Neo"/>
              </a:defRPr>
            </a:lvl7pPr>
            <a:lvl8pPr>
              <a:defRPr sz="1650" b="1">
                <a:solidFill>
                  <a:srgbClr val="BED8C8"/>
                </a:solidFill>
                <a:latin typeface="Apple SD Gothic Neo"/>
                <a:ea typeface="Apple SD Gothic Neo"/>
                <a:cs typeface="Apple SD Gothic Neo"/>
              </a:defRPr>
            </a:lvl8pPr>
            <a:lvl9pPr>
              <a:defRPr sz="1650" b="1">
                <a:solidFill>
                  <a:srgbClr val="BED8C8"/>
                </a:solidFill>
                <a:latin typeface="Apple SD Gothic Neo"/>
                <a:ea typeface="Apple SD Gothic Neo"/>
                <a:cs typeface="Apple SD Gothic Neo"/>
              </a:defRPr>
            </a:lvl9pPr>
          </a:lstStyle>
          <a:p xmlns:a="http://schemas.openxmlformats.org/drawingml/2006/main">
            <a:pPr>
              <a:defRPr sz="1650" b="1">
                <a:solidFill>
                  <a:srgbClr val="BED8C8"/>
                </a:solidFill>
                <a:latin typeface="Apple SD Gothic Neo"/>
                <a:ea typeface="Apple SD Gothic Neo"/>
                <a:cs typeface="Apple SD Gothic Neo"/>
              </a:defRPr>
            </a:pPr>
            <a:r>
              <a:rPr sz="1650" b="1">
                <a:solidFill>
                  <a:srgbClr val="BED8C8"/>
                </a:solidFill>
                <a:latin typeface="Apple SD Gothic Neo"/>
                <a:ea typeface="Apple SD Gothic Neo"/>
                <a:cs typeface="Apple SD Gothic Neo"/>
              </a:rPr>
              <a:t>SKALA AI MINI-PROJECT  /  1번 과제</a:t>
            </a:r>
          </a:p>
        </p:txBody>
      </p:sp>
      <p:sp>
        <p:nvSpPr>
          <p:cNvPr id="2" name="Incident&#10;Response Agent">
            <a:extLst xmlns:a="http://schemas.openxmlformats.org/drawingml/2006/main">
              <a:ext uri="{FF2B5EF4-FFF2-40B4-BE49-F238E27FC236}">
                <a16:creationId xmlns:a16="http://schemas.microsoft.com/office/drawing/2014/main" id="{8E60B7D2-B513-42CC-AACB-598D305D5AFD}"/>
              </a:ext>
            </a:extLst>
          </p:cNvPr>
          <p:cNvSpPr>
            <a:spLocks xmlns:a="http://schemas.openxmlformats.org/drawingml/2006/main" noGrp="1"/>
          </p:cNvSpPr>
          <p:nvPr/>
        </p:nvSpPr>
        <p:spPr>
          <a:xfrm xmlns:a="http://schemas.openxmlformats.org/drawingml/2006/main">
            <a:off x="685800" y="1666875"/>
            <a:ext cx="1047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850" b="1">
                <a:solidFill>
                  <a:srgbClr val="FFFFFF"/>
                </a:solidFill>
                <a:latin typeface="Apple SD Gothic Neo"/>
                <a:ea typeface="Apple SD Gothic Neo"/>
                <a:cs typeface="Apple SD Gothic Neo"/>
              </a:defRPr>
            </a:defPPr>
            <a:lvl1pPr>
              <a:defRPr sz="5850" b="1">
                <a:solidFill>
                  <a:srgbClr val="FFFFFF"/>
                </a:solidFill>
                <a:latin typeface="Apple SD Gothic Neo"/>
                <a:ea typeface="Apple SD Gothic Neo"/>
                <a:cs typeface="Apple SD Gothic Neo"/>
              </a:defRPr>
            </a:lvl1pPr>
            <a:lvl2pPr>
              <a:defRPr sz="5850" b="1">
                <a:solidFill>
                  <a:srgbClr val="FFFFFF"/>
                </a:solidFill>
                <a:latin typeface="Apple SD Gothic Neo"/>
                <a:ea typeface="Apple SD Gothic Neo"/>
                <a:cs typeface="Apple SD Gothic Neo"/>
              </a:defRPr>
            </a:lvl2pPr>
            <a:lvl3pPr>
              <a:defRPr sz="5850" b="1">
                <a:solidFill>
                  <a:srgbClr val="FFFFFF"/>
                </a:solidFill>
                <a:latin typeface="Apple SD Gothic Neo"/>
                <a:ea typeface="Apple SD Gothic Neo"/>
                <a:cs typeface="Apple SD Gothic Neo"/>
              </a:defRPr>
            </a:lvl3pPr>
            <a:lvl4pPr>
              <a:defRPr sz="5850" b="1">
                <a:solidFill>
                  <a:srgbClr val="FFFFFF"/>
                </a:solidFill>
                <a:latin typeface="Apple SD Gothic Neo"/>
                <a:ea typeface="Apple SD Gothic Neo"/>
                <a:cs typeface="Apple SD Gothic Neo"/>
              </a:defRPr>
            </a:lvl4pPr>
            <a:lvl5pPr>
              <a:defRPr sz="5850" b="1">
                <a:solidFill>
                  <a:srgbClr val="FFFFFF"/>
                </a:solidFill>
                <a:latin typeface="Apple SD Gothic Neo"/>
                <a:ea typeface="Apple SD Gothic Neo"/>
                <a:cs typeface="Apple SD Gothic Neo"/>
              </a:defRPr>
            </a:lvl5pPr>
            <a:lvl6pPr>
              <a:defRPr sz="5850" b="1">
                <a:solidFill>
                  <a:srgbClr val="FFFFFF"/>
                </a:solidFill>
                <a:latin typeface="Apple SD Gothic Neo"/>
                <a:ea typeface="Apple SD Gothic Neo"/>
                <a:cs typeface="Apple SD Gothic Neo"/>
              </a:defRPr>
            </a:lvl6pPr>
            <a:lvl7pPr>
              <a:defRPr sz="5850" b="1">
                <a:solidFill>
                  <a:srgbClr val="FFFFFF"/>
                </a:solidFill>
                <a:latin typeface="Apple SD Gothic Neo"/>
                <a:ea typeface="Apple SD Gothic Neo"/>
                <a:cs typeface="Apple SD Gothic Neo"/>
              </a:defRPr>
            </a:lvl7pPr>
            <a:lvl8pPr>
              <a:defRPr sz="5850" b="1">
                <a:solidFill>
                  <a:srgbClr val="FFFFFF"/>
                </a:solidFill>
                <a:latin typeface="Apple SD Gothic Neo"/>
                <a:ea typeface="Apple SD Gothic Neo"/>
                <a:cs typeface="Apple SD Gothic Neo"/>
              </a:defRPr>
            </a:lvl8pPr>
            <a:lvl9pPr>
              <a:defRPr sz="5850" b="1">
                <a:solidFill>
                  <a:srgbClr val="FFFFFF"/>
                </a:solidFill>
                <a:latin typeface="Apple SD Gothic Neo"/>
                <a:ea typeface="Apple SD Gothic Neo"/>
                <a:cs typeface="Apple SD Gothic Neo"/>
              </a:defRPr>
            </a:lvl9pPr>
          </a:lstStyle>
          <a:p xmlns:a="http://schemas.openxmlformats.org/drawingml/2006/main">
            <a:pPr>
              <a:defRPr sz="5850" b="1">
                <a:solidFill>
                  <a:srgbClr val="FFFFFF"/>
                </a:solidFill>
                <a:latin typeface="Apple SD Gothic Neo"/>
                <a:ea typeface="Apple SD Gothic Neo"/>
                <a:cs typeface="Apple SD Gothic Neo"/>
              </a:defRPr>
            </a:pPr>
            <a:r>
              <a:rPr sz="5850" b="1">
                <a:solidFill>
                  <a:srgbClr val="FFFFFF"/>
                </a:solidFill>
                <a:latin typeface="Apple SD Gothic Neo"/>
                <a:ea typeface="Apple SD Gothic Neo"/>
                <a:cs typeface="Apple SD Gothic Neo"/>
              </a:rPr>
              <a:t>Incident</a:t>
            </a:r>
          </a:p>
          <a:p xmlns:a="http://schemas.openxmlformats.org/drawingml/2006/main">
            <a:pPr>
              <a:defRPr sz="5850" b="1">
                <a:solidFill>
                  <a:srgbClr val="FFFFFF"/>
                </a:solidFill>
                <a:latin typeface="Apple SD Gothic Neo"/>
                <a:ea typeface="Apple SD Gothic Neo"/>
                <a:cs typeface="Apple SD Gothic Neo"/>
              </a:defRPr>
            </a:pPr>
            <a:r>
              <a:rPr sz="5850" b="1">
                <a:solidFill>
                  <a:srgbClr val="FFFFFF"/>
                </a:solidFill>
                <a:latin typeface="Apple SD Gothic Neo"/>
                <a:ea typeface="Apple SD Gothic Neo"/>
                <a:cs typeface="Apple SD Gothic Neo"/>
              </a:rPr>
              <a:t>Response Agent</a:t>
            </a:r>
          </a:p>
        </p:txBody>
      </p:sp>
      <p:sp>
        <p:nvSpPr>
          <p:cNvPr id="3" name="제공된 장애 진단 에이전트의&#10;대상 확인과 답변 근거 검증 개선">
            <a:extLst xmlns:a="http://schemas.openxmlformats.org/drawingml/2006/main">
              <a:ext uri="{FF2B5EF4-FFF2-40B4-BE49-F238E27FC236}">
                <a16:creationId xmlns:a16="http://schemas.microsoft.com/office/drawing/2014/main" id="{2957D40C-0E19-4B73-8FC1-0E8F80D43249}"/>
              </a:ext>
            </a:extLst>
          </p:cNvPr>
          <p:cNvSpPr>
            <a:spLocks xmlns:a="http://schemas.openxmlformats.org/drawingml/2006/main" noGrp="1"/>
          </p:cNvSpPr>
          <p:nvPr/>
        </p:nvSpPr>
        <p:spPr>
          <a:xfrm xmlns:a="http://schemas.openxmlformats.org/drawingml/2006/main">
            <a:off x="723900" y="38481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0">
                <a:solidFill>
                  <a:srgbClr val="E4EFE7"/>
                </a:solidFill>
                <a:latin typeface="Apple SD Gothic Neo"/>
                <a:ea typeface="Apple SD Gothic Neo"/>
                <a:cs typeface="Apple SD Gothic Neo"/>
              </a:defRPr>
            </a:defPPr>
            <a:lvl1pPr>
              <a:defRPr sz="2700" b="0">
                <a:solidFill>
                  <a:srgbClr val="E4EFE7"/>
                </a:solidFill>
                <a:latin typeface="Apple SD Gothic Neo"/>
                <a:ea typeface="Apple SD Gothic Neo"/>
                <a:cs typeface="Apple SD Gothic Neo"/>
              </a:defRPr>
            </a:lvl1pPr>
            <a:lvl2pPr>
              <a:defRPr sz="2700" b="0">
                <a:solidFill>
                  <a:srgbClr val="E4EFE7"/>
                </a:solidFill>
                <a:latin typeface="Apple SD Gothic Neo"/>
                <a:ea typeface="Apple SD Gothic Neo"/>
                <a:cs typeface="Apple SD Gothic Neo"/>
              </a:defRPr>
            </a:lvl2pPr>
            <a:lvl3pPr>
              <a:defRPr sz="2700" b="0">
                <a:solidFill>
                  <a:srgbClr val="E4EFE7"/>
                </a:solidFill>
                <a:latin typeface="Apple SD Gothic Neo"/>
                <a:ea typeface="Apple SD Gothic Neo"/>
                <a:cs typeface="Apple SD Gothic Neo"/>
              </a:defRPr>
            </a:lvl3pPr>
            <a:lvl4pPr>
              <a:defRPr sz="2700" b="0">
                <a:solidFill>
                  <a:srgbClr val="E4EFE7"/>
                </a:solidFill>
                <a:latin typeface="Apple SD Gothic Neo"/>
                <a:ea typeface="Apple SD Gothic Neo"/>
                <a:cs typeface="Apple SD Gothic Neo"/>
              </a:defRPr>
            </a:lvl4pPr>
            <a:lvl5pPr>
              <a:defRPr sz="2700" b="0">
                <a:solidFill>
                  <a:srgbClr val="E4EFE7"/>
                </a:solidFill>
                <a:latin typeface="Apple SD Gothic Neo"/>
                <a:ea typeface="Apple SD Gothic Neo"/>
                <a:cs typeface="Apple SD Gothic Neo"/>
              </a:defRPr>
            </a:lvl5pPr>
            <a:lvl6pPr>
              <a:defRPr sz="2700" b="0">
                <a:solidFill>
                  <a:srgbClr val="E4EFE7"/>
                </a:solidFill>
                <a:latin typeface="Apple SD Gothic Neo"/>
                <a:ea typeface="Apple SD Gothic Neo"/>
                <a:cs typeface="Apple SD Gothic Neo"/>
              </a:defRPr>
            </a:lvl6pPr>
            <a:lvl7pPr>
              <a:defRPr sz="2700" b="0">
                <a:solidFill>
                  <a:srgbClr val="E4EFE7"/>
                </a:solidFill>
                <a:latin typeface="Apple SD Gothic Neo"/>
                <a:ea typeface="Apple SD Gothic Neo"/>
                <a:cs typeface="Apple SD Gothic Neo"/>
              </a:defRPr>
            </a:lvl7pPr>
            <a:lvl8pPr>
              <a:defRPr sz="2700" b="0">
                <a:solidFill>
                  <a:srgbClr val="E4EFE7"/>
                </a:solidFill>
                <a:latin typeface="Apple SD Gothic Neo"/>
                <a:ea typeface="Apple SD Gothic Neo"/>
                <a:cs typeface="Apple SD Gothic Neo"/>
              </a:defRPr>
            </a:lvl8pPr>
            <a:lvl9pPr>
              <a:defRPr sz="2700" b="0">
                <a:solidFill>
                  <a:srgbClr val="E4EFE7"/>
                </a:solidFill>
                <a:latin typeface="Apple SD Gothic Neo"/>
                <a:ea typeface="Apple SD Gothic Neo"/>
                <a:cs typeface="Apple SD Gothic Neo"/>
              </a:defRPr>
            </a:lvl9pPr>
          </a:lstStyle>
          <a:p xmlns:a="http://schemas.openxmlformats.org/drawingml/2006/main">
            <a:pPr>
              <a:defRPr sz="2700" b="0">
                <a:solidFill>
                  <a:srgbClr val="E4EFE7"/>
                </a:solidFill>
                <a:latin typeface="Apple SD Gothic Neo"/>
                <a:ea typeface="Apple SD Gothic Neo"/>
                <a:cs typeface="Apple SD Gothic Neo"/>
              </a:defRPr>
            </a:pPr>
            <a:r>
              <a:rPr sz="2700" b="0">
                <a:solidFill>
                  <a:srgbClr val="E4EFE7"/>
                </a:solidFill>
                <a:latin typeface="Apple SD Gothic Neo"/>
                <a:ea typeface="Apple SD Gothic Neo"/>
                <a:cs typeface="Apple SD Gothic Neo"/>
              </a:rPr>
              <a:t>제공된 장애 진단 에이전트의</a:t>
            </a:r>
          </a:p>
          <a:p xmlns:a="http://schemas.openxmlformats.org/drawingml/2006/main">
            <a:pPr>
              <a:defRPr sz="2700" b="0">
                <a:solidFill>
                  <a:srgbClr val="E4EFE7"/>
                </a:solidFill>
                <a:latin typeface="Apple SD Gothic Neo"/>
                <a:ea typeface="Apple SD Gothic Neo"/>
                <a:cs typeface="Apple SD Gothic Neo"/>
              </a:defRPr>
            </a:pPr>
            <a:r>
              <a:rPr sz="2700" b="0">
                <a:solidFill>
                  <a:srgbClr val="E4EFE7"/>
                </a:solidFill>
                <a:latin typeface="Apple SD Gothic Neo"/>
                <a:ea typeface="Apple SD Gothic Neo"/>
                <a:cs typeface="Apple SD Gothic Neo"/>
              </a:rPr>
              <a:t>대상 확인과 답변 근거 검증 개선</a:t>
            </a:r>
          </a:p>
        </p:txBody>
      </p:sp>
      <p:sp>
        <p:nvSpPr>
          <p:cNvPr id="4" name="jij0128   /   2026.10.20">
            <a:extLst xmlns:a="http://schemas.openxmlformats.org/drawingml/2006/main">
              <a:ext uri="{FF2B5EF4-FFF2-40B4-BE49-F238E27FC236}">
                <a16:creationId xmlns:a16="http://schemas.microsoft.com/office/drawing/2014/main" id="{8EC88E56-302D-4B17-84FC-B504E89EAEAA}"/>
              </a:ext>
            </a:extLst>
          </p:cNvPr>
          <p:cNvSpPr>
            <a:spLocks xmlns:a="http://schemas.openxmlformats.org/drawingml/2006/main" noGrp="1"/>
          </p:cNvSpPr>
          <p:nvPr/>
        </p:nvSpPr>
        <p:spPr>
          <a:xfrm xmlns:a="http://schemas.openxmlformats.org/drawingml/2006/main">
            <a:off x="723900" y="585787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BED8C8"/>
                </a:solidFill>
                <a:latin typeface="Apple SD Gothic Neo"/>
                <a:ea typeface="Apple SD Gothic Neo"/>
                <a:cs typeface="Apple SD Gothic Neo"/>
              </a:defRPr>
            </a:defPPr>
            <a:lvl1pPr>
              <a:defRPr sz="1800" b="0">
                <a:solidFill>
                  <a:srgbClr val="BED8C8"/>
                </a:solidFill>
                <a:latin typeface="Apple SD Gothic Neo"/>
                <a:ea typeface="Apple SD Gothic Neo"/>
                <a:cs typeface="Apple SD Gothic Neo"/>
              </a:defRPr>
            </a:lvl1pPr>
            <a:lvl2pPr>
              <a:defRPr sz="1800" b="0">
                <a:solidFill>
                  <a:srgbClr val="BED8C8"/>
                </a:solidFill>
                <a:latin typeface="Apple SD Gothic Neo"/>
                <a:ea typeface="Apple SD Gothic Neo"/>
                <a:cs typeface="Apple SD Gothic Neo"/>
              </a:defRPr>
            </a:lvl2pPr>
            <a:lvl3pPr>
              <a:defRPr sz="1800" b="0">
                <a:solidFill>
                  <a:srgbClr val="BED8C8"/>
                </a:solidFill>
                <a:latin typeface="Apple SD Gothic Neo"/>
                <a:ea typeface="Apple SD Gothic Neo"/>
                <a:cs typeface="Apple SD Gothic Neo"/>
              </a:defRPr>
            </a:lvl3pPr>
            <a:lvl4pPr>
              <a:defRPr sz="1800" b="0">
                <a:solidFill>
                  <a:srgbClr val="BED8C8"/>
                </a:solidFill>
                <a:latin typeface="Apple SD Gothic Neo"/>
                <a:ea typeface="Apple SD Gothic Neo"/>
                <a:cs typeface="Apple SD Gothic Neo"/>
              </a:defRPr>
            </a:lvl4pPr>
            <a:lvl5pPr>
              <a:defRPr sz="1800" b="0">
                <a:solidFill>
                  <a:srgbClr val="BED8C8"/>
                </a:solidFill>
                <a:latin typeface="Apple SD Gothic Neo"/>
                <a:ea typeface="Apple SD Gothic Neo"/>
                <a:cs typeface="Apple SD Gothic Neo"/>
              </a:defRPr>
            </a:lvl5pPr>
            <a:lvl6pPr>
              <a:defRPr sz="1800" b="0">
                <a:solidFill>
                  <a:srgbClr val="BED8C8"/>
                </a:solidFill>
                <a:latin typeface="Apple SD Gothic Neo"/>
                <a:ea typeface="Apple SD Gothic Neo"/>
                <a:cs typeface="Apple SD Gothic Neo"/>
              </a:defRPr>
            </a:lvl6pPr>
            <a:lvl7pPr>
              <a:defRPr sz="1800" b="0">
                <a:solidFill>
                  <a:srgbClr val="BED8C8"/>
                </a:solidFill>
                <a:latin typeface="Apple SD Gothic Neo"/>
                <a:ea typeface="Apple SD Gothic Neo"/>
                <a:cs typeface="Apple SD Gothic Neo"/>
              </a:defRPr>
            </a:lvl7pPr>
            <a:lvl8pPr>
              <a:defRPr sz="1800" b="0">
                <a:solidFill>
                  <a:srgbClr val="BED8C8"/>
                </a:solidFill>
                <a:latin typeface="Apple SD Gothic Neo"/>
                <a:ea typeface="Apple SD Gothic Neo"/>
                <a:cs typeface="Apple SD Gothic Neo"/>
              </a:defRPr>
            </a:lvl8pPr>
            <a:lvl9pPr>
              <a:defRPr sz="1800" b="0">
                <a:solidFill>
                  <a:srgbClr val="BED8C8"/>
                </a:solidFill>
                <a:latin typeface="Apple SD Gothic Neo"/>
                <a:ea typeface="Apple SD Gothic Neo"/>
                <a:cs typeface="Apple SD Gothic Neo"/>
              </a:defRPr>
            </a:lvl9pPr>
          </a:lstStyle>
          <a:p xmlns:a="http://schemas.openxmlformats.org/drawingml/2006/main">
            <a:pPr>
              <a:defRPr sz="1800" b="0">
                <a:solidFill>
                  <a:srgbClr val="BED8C8"/>
                </a:solidFill>
                <a:latin typeface="Apple SD Gothic Neo"/>
                <a:ea typeface="Apple SD Gothic Neo"/>
                <a:cs typeface="Apple SD Gothic Neo"/>
              </a:defRPr>
            </a:pPr>
            <a:r>
              <a:rPr sz="1800" b="0">
                <a:solidFill>
                  <a:srgbClr val="BED8C8"/>
                </a:solidFill>
                <a:latin typeface="Apple SD Gothic Neo"/>
                <a:ea typeface="Apple SD Gothic Neo"/>
                <a:cs typeface="Apple SD Gothic Neo"/>
              </a:rPr>
              <a:t>jij0128   /   2026.10.20</a:t>
            </a:r>
          </a:p>
        </p:txBody>
      </p:sp>
    </p:spTree>
    <p:extLst>
      <p:ext uri="{BB962C8B-B14F-4D97-AF65-F5344CB8AC3E}">
        <p14:creationId xmlns:p14="http://schemas.microsoft.com/office/powerpoint/2010/main" val="1536427305"/>
      </p:ext>
    </p:extLst>
  </p:cSld>
</p:sld>
</file>

<file path=ppt/slides/slide2.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10" name="문제 발견">
            <a:extLst xmlns:a="http://schemas.openxmlformats.org/drawingml/2006/main">
              <a:ext uri="{FF2B5EF4-FFF2-40B4-BE49-F238E27FC236}">
                <a16:creationId xmlns:a16="http://schemas.microsoft.com/office/drawing/2014/main" id="{DCE6F069-44E1-48BC-B9A2-75815B09E375}"/>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문제 발견</a:t>
            </a:r>
          </a:p>
        </p:txBody>
      </p:sp>
      <p:sp>
        <p:nvSpPr>
          <p:cNvPr id="2" name="미등록 시스템을 다른 대상으로 진단한 문제">
            <a:extLst xmlns:a="http://schemas.openxmlformats.org/drawingml/2006/main">
              <a:ext uri="{FF2B5EF4-FFF2-40B4-BE49-F238E27FC236}">
                <a16:creationId xmlns:a16="http://schemas.microsoft.com/office/drawing/2014/main" id="{3ECB9A54-8855-4DF5-9D58-D1E1C37EBFDF}"/>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미등록 시스템을 다른 대상으로 진단한 문제</a:t>
            </a:r>
          </a:p>
        </p:txBody>
      </p:sp>
      <p:sp>
        <p:nvSpPr>
          <p:cNvPr id="3" name="INCIDENT RESPONSE AGENT">
            <a:extLst xmlns:a="http://schemas.openxmlformats.org/drawingml/2006/main">
              <a:ext uri="{FF2B5EF4-FFF2-40B4-BE49-F238E27FC236}">
                <a16:creationId xmlns:a16="http://schemas.microsoft.com/office/drawing/2014/main" id="{3791A96D-2B4E-4B1A-99FE-1F839E5F714A}"/>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02">
            <a:extLst xmlns:a="http://schemas.openxmlformats.org/drawingml/2006/main">
              <a:ext uri="{FF2B5EF4-FFF2-40B4-BE49-F238E27FC236}">
                <a16:creationId xmlns:a16="http://schemas.microsoft.com/office/drawing/2014/main" id="{5825B68F-F9F6-4D42-A1D7-C26595011D75}"/>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02</a:t>
            </a:r>
          </a:p>
        </p:txBody>
      </p:sp>
      <p:sp>
        <p:nvSpPr>
          <p:cNvPr id="5" name="사용자 질문">
            <a:extLst xmlns:a="http://schemas.openxmlformats.org/drawingml/2006/main">
              <a:ext uri="{FF2B5EF4-FFF2-40B4-BE49-F238E27FC236}">
                <a16:creationId xmlns:a16="http://schemas.microsoft.com/office/drawing/2014/main" id="{532280A7-496D-4A30-8FB7-BA7865607204}"/>
              </a:ext>
            </a:extLst>
          </p:cNvPr>
          <p:cNvSpPr>
            <a:spLocks xmlns:a="http://schemas.openxmlformats.org/drawingml/2006/main" noGrp="1"/>
          </p:cNvSpPr>
          <p:nvPr/>
        </p:nvSpPr>
        <p:spPr>
          <a:xfrm xmlns:a="http://schemas.openxmlformats.org/drawingml/2006/main">
            <a:off x="609600" y="17907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28644F"/>
                </a:solidFill>
                <a:latin typeface="Apple SD Gothic Neo"/>
                <a:ea typeface="Apple SD Gothic Neo"/>
                <a:cs typeface="Apple SD Gothic Neo"/>
              </a:defRPr>
            </a:defPPr>
            <a:lvl1pPr>
              <a:defRPr sz="1875" b="1">
                <a:solidFill>
                  <a:srgbClr val="28644F"/>
                </a:solidFill>
                <a:latin typeface="Apple SD Gothic Neo"/>
                <a:ea typeface="Apple SD Gothic Neo"/>
                <a:cs typeface="Apple SD Gothic Neo"/>
              </a:defRPr>
            </a:lvl1pPr>
            <a:lvl2pPr>
              <a:defRPr sz="1875" b="1">
                <a:solidFill>
                  <a:srgbClr val="28644F"/>
                </a:solidFill>
                <a:latin typeface="Apple SD Gothic Neo"/>
                <a:ea typeface="Apple SD Gothic Neo"/>
                <a:cs typeface="Apple SD Gothic Neo"/>
              </a:defRPr>
            </a:lvl2pPr>
            <a:lvl3pPr>
              <a:defRPr sz="1875" b="1">
                <a:solidFill>
                  <a:srgbClr val="28644F"/>
                </a:solidFill>
                <a:latin typeface="Apple SD Gothic Neo"/>
                <a:ea typeface="Apple SD Gothic Neo"/>
                <a:cs typeface="Apple SD Gothic Neo"/>
              </a:defRPr>
            </a:lvl3pPr>
            <a:lvl4pPr>
              <a:defRPr sz="1875" b="1">
                <a:solidFill>
                  <a:srgbClr val="28644F"/>
                </a:solidFill>
                <a:latin typeface="Apple SD Gothic Neo"/>
                <a:ea typeface="Apple SD Gothic Neo"/>
                <a:cs typeface="Apple SD Gothic Neo"/>
              </a:defRPr>
            </a:lvl4pPr>
            <a:lvl5pPr>
              <a:defRPr sz="1875" b="1">
                <a:solidFill>
                  <a:srgbClr val="28644F"/>
                </a:solidFill>
                <a:latin typeface="Apple SD Gothic Neo"/>
                <a:ea typeface="Apple SD Gothic Neo"/>
                <a:cs typeface="Apple SD Gothic Neo"/>
              </a:defRPr>
            </a:lvl5pPr>
            <a:lvl6pPr>
              <a:defRPr sz="1875" b="1">
                <a:solidFill>
                  <a:srgbClr val="28644F"/>
                </a:solidFill>
                <a:latin typeface="Apple SD Gothic Neo"/>
                <a:ea typeface="Apple SD Gothic Neo"/>
                <a:cs typeface="Apple SD Gothic Neo"/>
              </a:defRPr>
            </a:lvl6pPr>
            <a:lvl7pPr>
              <a:defRPr sz="1875" b="1">
                <a:solidFill>
                  <a:srgbClr val="28644F"/>
                </a:solidFill>
                <a:latin typeface="Apple SD Gothic Neo"/>
                <a:ea typeface="Apple SD Gothic Neo"/>
                <a:cs typeface="Apple SD Gothic Neo"/>
              </a:defRPr>
            </a:lvl7pPr>
            <a:lvl8pPr>
              <a:defRPr sz="1875" b="1">
                <a:solidFill>
                  <a:srgbClr val="28644F"/>
                </a:solidFill>
                <a:latin typeface="Apple SD Gothic Neo"/>
                <a:ea typeface="Apple SD Gothic Neo"/>
                <a:cs typeface="Apple SD Gothic Neo"/>
              </a:defRPr>
            </a:lvl8pPr>
            <a:lvl9pPr>
              <a:defRPr sz="1875" b="1">
                <a:solidFill>
                  <a:srgbClr val="28644F"/>
                </a:solidFill>
                <a:latin typeface="Apple SD Gothic Neo"/>
                <a:ea typeface="Apple SD Gothic Neo"/>
                <a:cs typeface="Apple SD Gothic Neo"/>
              </a:defRPr>
            </a:lvl9pPr>
          </a:lstStyle>
          <a:p xmlns:a="http://schemas.openxmlformats.org/drawingml/2006/main">
            <a:pPr>
              <a:defRPr sz="1875" b="1">
                <a:solidFill>
                  <a:srgbClr val="28644F"/>
                </a:solidFill>
                <a:latin typeface="Apple SD Gothic Neo"/>
                <a:ea typeface="Apple SD Gothic Neo"/>
                <a:cs typeface="Apple SD Gothic Neo"/>
              </a:defRPr>
            </a:pPr>
            <a:r>
              <a:rPr sz="1875" b="1">
                <a:solidFill>
                  <a:srgbClr val="28644F"/>
                </a:solidFill>
                <a:latin typeface="Apple SD Gothic Neo"/>
                <a:ea typeface="Apple SD Gothic Neo"/>
                <a:cs typeface="Apple SD Gothic Neo"/>
              </a:rPr>
              <a:t>사용자 질문</a:t>
            </a:r>
          </a:p>
        </p:txBody>
      </p:sp>
      <p:sp>
        <p:nvSpPr>
          <p:cNvPr id="6" name="“billing-service 응답이 느려요.&#10;원인 확인해주세요.”">
            <a:extLst xmlns:a="http://schemas.openxmlformats.org/drawingml/2006/main">
              <a:ext uri="{FF2B5EF4-FFF2-40B4-BE49-F238E27FC236}">
                <a16:creationId xmlns:a16="http://schemas.microsoft.com/office/drawing/2014/main" id="{5C3A5FD4-D836-490E-BCA5-56B8BE14641B}"/>
              </a:ext>
            </a:extLst>
          </p:cNvPr>
          <p:cNvSpPr>
            <a:spLocks xmlns:a="http://schemas.openxmlformats.org/drawingml/2006/main" noGrp="1"/>
          </p:cNvSpPr>
          <p:nvPr/>
        </p:nvSpPr>
        <p:spPr>
          <a:xfrm xmlns:a="http://schemas.openxmlformats.org/drawingml/2006/main">
            <a:off x="609600" y="2352675"/>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1">
                <a:solidFill>
                  <a:srgbClr val="182C25"/>
                </a:solidFill>
                <a:latin typeface="Apple SD Gothic Neo"/>
                <a:ea typeface="Apple SD Gothic Neo"/>
                <a:cs typeface="Apple SD Gothic Neo"/>
              </a:defRPr>
            </a:defPPr>
            <a:lvl1pPr>
              <a:defRPr sz="3150" b="1">
                <a:solidFill>
                  <a:srgbClr val="182C25"/>
                </a:solidFill>
                <a:latin typeface="Apple SD Gothic Neo"/>
                <a:ea typeface="Apple SD Gothic Neo"/>
                <a:cs typeface="Apple SD Gothic Neo"/>
              </a:defRPr>
            </a:lvl1pPr>
            <a:lvl2pPr>
              <a:defRPr sz="3150" b="1">
                <a:solidFill>
                  <a:srgbClr val="182C25"/>
                </a:solidFill>
                <a:latin typeface="Apple SD Gothic Neo"/>
                <a:ea typeface="Apple SD Gothic Neo"/>
                <a:cs typeface="Apple SD Gothic Neo"/>
              </a:defRPr>
            </a:lvl2pPr>
            <a:lvl3pPr>
              <a:defRPr sz="3150" b="1">
                <a:solidFill>
                  <a:srgbClr val="182C25"/>
                </a:solidFill>
                <a:latin typeface="Apple SD Gothic Neo"/>
                <a:ea typeface="Apple SD Gothic Neo"/>
                <a:cs typeface="Apple SD Gothic Neo"/>
              </a:defRPr>
            </a:lvl3pPr>
            <a:lvl4pPr>
              <a:defRPr sz="3150" b="1">
                <a:solidFill>
                  <a:srgbClr val="182C25"/>
                </a:solidFill>
                <a:latin typeface="Apple SD Gothic Neo"/>
                <a:ea typeface="Apple SD Gothic Neo"/>
                <a:cs typeface="Apple SD Gothic Neo"/>
              </a:defRPr>
            </a:lvl4pPr>
            <a:lvl5pPr>
              <a:defRPr sz="3150" b="1">
                <a:solidFill>
                  <a:srgbClr val="182C25"/>
                </a:solidFill>
                <a:latin typeface="Apple SD Gothic Neo"/>
                <a:ea typeface="Apple SD Gothic Neo"/>
                <a:cs typeface="Apple SD Gothic Neo"/>
              </a:defRPr>
            </a:lvl5pPr>
            <a:lvl6pPr>
              <a:defRPr sz="3150" b="1">
                <a:solidFill>
                  <a:srgbClr val="182C25"/>
                </a:solidFill>
                <a:latin typeface="Apple SD Gothic Neo"/>
                <a:ea typeface="Apple SD Gothic Neo"/>
                <a:cs typeface="Apple SD Gothic Neo"/>
              </a:defRPr>
            </a:lvl6pPr>
            <a:lvl7pPr>
              <a:defRPr sz="3150" b="1">
                <a:solidFill>
                  <a:srgbClr val="182C25"/>
                </a:solidFill>
                <a:latin typeface="Apple SD Gothic Neo"/>
                <a:ea typeface="Apple SD Gothic Neo"/>
                <a:cs typeface="Apple SD Gothic Neo"/>
              </a:defRPr>
            </a:lvl7pPr>
            <a:lvl8pPr>
              <a:defRPr sz="3150" b="1">
                <a:solidFill>
                  <a:srgbClr val="182C25"/>
                </a:solidFill>
                <a:latin typeface="Apple SD Gothic Neo"/>
                <a:ea typeface="Apple SD Gothic Neo"/>
                <a:cs typeface="Apple SD Gothic Neo"/>
              </a:defRPr>
            </a:lvl8pPr>
            <a:lvl9pPr>
              <a:defRPr sz="3150" b="1">
                <a:solidFill>
                  <a:srgbClr val="182C25"/>
                </a:solidFill>
                <a:latin typeface="Apple SD Gothic Neo"/>
                <a:ea typeface="Apple SD Gothic Neo"/>
                <a:cs typeface="Apple SD Gothic Neo"/>
              </a:defRPr>
            </a:lvl9pPr>
          </a:lstStyle>
          <a:p xmlns:a="http://schemas.openxmlformats.org/drawingml/2006/main">
            <a:pPr>
              <a:defRPr sz="3150" b="1">
                <a:solidFill>
                  <a:srgbClr val="182C25"/>
                </a:solidFill>
                <a:latin typeface="Apple SD Gothic Neo"/>
                <a:ea typeface="Apple SD Gothic Neo"/>
                <a:cs typeface="Apple SD Gothic Neo"/>
              </a:defRPr>
            </a:pPr>
            <a:r>
              <a:rPr sz="3150" b="1">
                <a:solidFill>
                  <a:srgbClr val="182C25"/>
                </a:solidFill>
                <a:latin typeface="Apple SD Gothic Neo"/>
                <a:ea typeface="Apple SD Gothic Neo"/>
                <a:cs typeface="Apple SD Gothic Neo"/>
              </a:rPr>
              <a:t>“billing-service 응답이 느려요.</a:t>
            </a:r>
          </a:p>
          <a:p xmlns:a="http://schemas.openxmlformats.org/drawingml/2006/main">
            <a:pPr>
              <a:defRPr sz="3150" b="1">
                <a:solidFill>
                  <a:srgbClr val="182C25"/>
                </a:solidFill>
                <a:latin typeface="Apple SD Gothic Neo"/>
                <a:ea typeface="Apple SD Gothic Neo"/>
                <a:cs typeface="Apple SD Gothic Neo"/>
              </a:defRPr>
            </a:pPr>
            <a:r>
              <a:rPr sz="3150" b="1">
                <a:solidFill>
                  <a:srgbClr val="182C25"/>
                </a:solidFill>
                <a:latin typeface="Apple SD Gothic Neo"/>
                <a:ea typeface="Apple SD Gothic Neo"/>
                <a:cs typeface="Apple SD Gothic Neo"/>
              </a:rPr>
              <a:t>원인 확인해주세요.”</a:t>
            </a:r>
          </a:p>
        </p:txBody>
      </p:sp>
      <p:sp>
        <p:nvSpPr>
          <p:cNvPr id="7" name="원본의 실제 Ollama 실행">
            <a:extLst xmlns:a="http://schemas.openxmlformats.org/drawingml/2006/main">
              <a:ext uri="{FF2B5EF4-FFF2-40B4-BE49-F238E27FC236}">
                <a16:creationId xmlns:a16="http://schemas.microsoft.com/office/drawing/2014/main" id="{C79BFFD8-85BC-469C-A525-E978DEE59ED8}"/>
              </a:ext>
            </a:extLst>
          </p:cNvPr>
          <p:cNvSpPr>
            <a:spLocks xmlns:a="http://schemas.openxmlformats.org/drawingml/2006/main" noGrp="1"/>
          </p:cNvSpPr>
          <p:nvPr/>
        </p:nvSpPr>
        <p:spPr>
          <a:xfrm xmlns:a="http://schemas.openxmlformats.org/drawingml/2006/main">
            <a:off x="609600" y="373380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28644F"/>
                </a:solidFill>
                <a:latin typeface="Apple SD Gothic Neo"/>
                <a:ea typeface="Apple SD Gothic Neo"/>
                <a:cs typeface="Apple SD Gothic Neo"/>
              </a:defRPr>
            </a:defPPr>
            <a:lvl1pPr>
              <a:defRPr sz="1950" b="1">
                <a:solidFill>
                  <a:srgbClr val="28644F"/>
                </a:solidFill>
                <a:latin typeface="Apple SD Gothic Neo"/>
                <a:ea typeface="Apple SD Gothic Neo"/>
                <a:cs typeface="Apple SD Gothic Neo"/>
              </a:defRPr>
            </a:lvl1pPr>
            <a:lvl2pPr>
              <a:defRPr sz="1950" b="1">
                <a:solidFill>
                  <a:srgbClr val="28644F"/>
                </a:solidFill>
                <a:latin typeface="Apple SD Gothic Neo"/>
                <a:ea typeface="Apple SD Gothic Neo"/>
                <a:cs typeface="Apple SD Gothic Neo"/>
              </a:defRPr>
            </a:lvl2pPr>
            <a:lvl3pPr>
              <a:defRPr sz="1950" b="1">
                <a:solidFill>
                  <a:srgbClr val="28644F"/>
                </a:solidFill>
                <a:latin typeface="Apple SD Gothic Neo"/>
                <a:ea typeface="Apple SD Gothic Neo"/>
                <a:cs typeface="Apple SD Gothic Neo"/>
              </a:defRPr>
            </a:lvl3pPr>
            <a:lvl4pPr>
              <a:defRPr sz="1950" b="1">
                <a:solidFill>
                  <a:srgbClr val="28644F"/>
                </a:solidFill>
                <a:latin typeface="Apple SD Gothic Neo"/>
                <a:ea typeface="Apple SD Gothic Neo"/>
                <a:cs typeface="Apple SD Gothic Neo"/>
              </a:defRPr>
            </a:lvl4pPr>
            <a:lvl5pPr>
              <a:defRPr sz="1950" b="1">
                <a:solidFill>
                  <a:srgbClr val="28644F"/>
                </a:solidFill>
                <a:latin typeface="Apple SD Gothic Neo"/>
                <a:ea typeface="Apple SD Gothic Neo"/>
                <a:cs typeface="Apple SD Gothic Neo"/>
              </a:defRPr>
            </a:lvl5pPr>
            <a:lvl6pPr>
              <a:defRPr sz="1950" b="1">
                <a:solidFill>
                  <a:srgbClr val="28644F"/>
                </a:solidFill>
                <a:latin typeface="Apple SD Gothic Neo"/>
                <a:ea typeface="Apple SD Gothic Neo"/>
                <a:cs typeface="Apple SD Gothic Neo"/>
              </a:defRPr>
            </a:lvl6pPr>
            <a:lvl7pPr>
              <a:defRPr sz="1950" b="1">
                <a:solidFill>
                  <a:srgbClr val="28644F"/>
                </a:solidFill>
                <a:latin typeface="Apple SD Gothic Neo"/>
                <a:ea typeface="Apple SD Gothic Neo"/>
                <a:cs typeface="Apple SD Gothic Neo"/>
              </a:defRPr>
            </a:lvl7pPr>
            <a:lvl8pPr>
              <a:defRPr sz="1950" b="1">
                <a:solidFill>
                  <a:srgbClr val="28644F"/>
                </a:solidFill>
                <a:latin typeface="Apple SD Gothic Neo"/>
                <a:ea typeface="Apple SD Gothic Neo"/>
                <a:cs typeface="Apple SD Gothic Neo"/>
              </a:defRPr>
            </a:lvl8pPr>
            <a:lvl9pPr>
              <a:defRPr sz="1950" b="1">
                <a:solidFill>
                  <a:srgbClr val="28644F"/>
                </a:solidFill>
                <a:latin typeface="Apple SD Gothic Neo"/>
                <a:ea typeface="Apple SD Gothic Neo"/>
                <a:cs typeface="Apple SD Gothic Neo"/>
              </a:defRPr>
            </a:lvl9pPr>
          </a:lstStyle>
          <a:p xmlns:a="http://schemas.openxmlformats.org/drawingml/2006/main">
            <a:pPr>
              <a:defRPr sz="1950" b="1">
                <a:solidFill>
                  <a:srgbClr val="28644F"/>
                </a:solidFill>
                <a:latin typeface="Apple SD Gothic Neo"/>
                <a:ea typeface="Apple SD Gothic Neo"/>
                <a:cs typeface="Apple SD Gothic Neo"/>
              </a:defRPr>
            </a:pPr>
            <a:r>
              <a:rPr sz="1950" b="1">
                <a:solidFill>
                  <a:srgbClr val="28644F"/>
                </a:solidFill>
                <a:latin typeface="Apple SD Gothic Neo"/>
                <a:ea typeface="Apple SD Gothic Neo"/>
                <a:cs typeface="Apple SD Gothic Neo"/>
              </a:rPr>
              <a:t>원본의 실제 Ollama 실행</a:t>
            </a:r>
          </a:p>
        </p:txBody>
      </p:sp>
      <p:sp>
        <p:nvSpPr>
          <p:cNvPr id="8" name="등록된 auth-service를 조회하고&#10;수집하지 않은 의존 관계까지 추정">
            <a:extLst xmlns:a="http://schemas.openxmlformats.org/drawingml/2006/main">
              <a:ext uri="{FF2B5EF4-FFF2-40B4-BE49-F238E27FC236}">
                <a16:creationId xmlns:a16="http://schemas.microsoft.com/office/drawing/2014/main" id="{9F4DF8E3-CFF4-4A47-85F4-51CD9CF19325}"/>
              </a:ext>
            </a:extLst>
          </p:cNvPr>
          <p:cNvSpPr>
            <a:spLocks xmlns:a="http://schemas.openxmlformats.org/drawingml/2006/main" noGrp="1"/>
          </p:cNvSpPr>
          <p:nvPr/>
        </p:nvSpPr>
        <p:spPr>
          <a:xfrm xmlns:a="http://schemas.openxmlformats.org/drawingml/2006/main">
            <a:off x="609600" y="4276725"/>
            <a:ext cx="1000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0">
                <a:solidFill>
                  <a:srgbClr val="182C25"/>
                </a:solidFill>
                <a:latin typeface="Apple SD Gothic Neo"/>
                <a:ea typeface="Apple SD Gothic Neo"/>
                <a:cs typeface="Apple SD Gothic Neo"/>
              </a:defRPr>
            </a:defPPr>
            <a:lvl1pPr>
              <a:defRPr sz="2325" b="0">
                <a:solidFill>
                  <a:srgbClr val="182C25"/>
                </a:solidFill>
                <a:latin typeface="Apple SD Gothic Neo"/>
                <a:ea typeface="Apple SD Gothic Neo"/>
                <a:cs typeface="Apple SD Gothic Neo"/>
              </a:defRPr>
            </a:lvl1pPr>
            <a:lvl2pPr>
              <a:defRPr sz="2325" b="0">
                <a:solidFill>
                  <a:srgbClr val="182C25"/>
                </a:solidFill>
                <a:latin typeface="Apple SD Gothic Neo"/>
                <a:ea typeface="Apple SD Gothic Neo"/>
                <a:cs typeface="Apple SD Gothic Neo"/>
              </a:defRPr>
            </a:lvl2pPr>
            <a:lvl3pPr>
              <a:defRPr sz="2325" b="0">
                <a:solidFill>
                  <a:srgbClr val="182C25"/>
                </a:solidFill>
                <a:latin typeface="Apple SD Gothic Neo"/>
                <a:ea typeface="Apple SD Gothic Neo"/>
                <a:cs typeface="Apple SD Gothic Neo"/>
              </a:defRPr>
            </a:lvl3pPr>
            <a:lvl4pPr>
              <a:defRPr sz="2325" b="0">
                <a:solidFill>
                  <a:srgbClr val="182C25"/>
                </a:solidFill>
                <a:latin typeface="Apple SD Gothic Neo"/>
                <a:ea typeface="Apple SD Gothic Neo"/>
                <a:cs typeface="Apple SD Gothic Neo"/>
              </a:defRPr>
            </a:lvl4pPr>
            <a:lvl5pPr>
              <a:defRPr sz="2325" b="0">
                <a:solidFill>
                  <a:srgbClr val="182C25"/>
                </a:solidFill>
                <a:latin typeface="Apple SD Gothic Neo"/>
                <a:ea typeface="Apple SD Gothic Neo"/>
                <a:cs typeface="Apple SD Gothic Neo"/>
              </a:defRPr>
            </a:lvl5pPr>
            <a:lvl6pPr>
              <a:defRPr sz="2325" b="0">
                <a:solidFill>
                  <a:srgbClr val="182C25"/>
                </a:solidFill>
                <a:latin typeface="Apple SD Gothic Neo"/>
                <a:ea typeface="Apple SD Gothic Neo"/>
                <a:cs typeface="Apple SD Gothic Neo"/>
              </a:defRPr>
            </a:lvl6pPr>
            <a:lvl7pPr>
              <a:defRPr sz="2325" b="0">
                <a:solidFill>
                  <a:srgbClr val="182C25"/>
                </a:solidFill>
                <a:latin typeface="Apple SD Gothic Neo"/>
                <a:ea typeface="Apple SD Gothic Neo"/>
                <a:cs typeface="Apple SD Gothic Neo"/>
              </a:defRPr>
            </a:lvl7pPr>
            <a:lvl8pPr>
              <a:defRPr sz="2325" b="0">
                <a:solidFill>
                  <a:srgbClr val="182C25"/>
                </a:solidFill>
                <a:latin typeface="Apple SD Gothic Neo"/>
                <a:ea typeface="Apple SD Gothic Neo"/>
                <a:cs typeface="Apple SD Gothic Neo"/>
              </a:defRPr>
            </a:lvl8pPr>
            <a:lvl9pPr>
              <a:defRPr sz="2325" b="0">
                <a:solidFill>
                  <a:srgbClr val="182C25"/>
                </a:solidFill>
                <a:latin typeface="Apple SD Gothic Neo"/>
                <a:ea typeface="Apple SD Gothic Neo"/>
                <a:cs typeface="Apple SD Gothic Neo"/>
              </a:defRPr>
            </a:lvl9pPr>
          </a:lstStyle>
          <a:p xmlns:a="http://schemas.openxmlformats.org/drawingml/2006/main">
            <a:pPr>
              <a:defRPr sz="2325" b="0">
                <a:solidFill>
                  <a:srgbClr val="182C25"/>
                </a:solidFill>
                <a:latin typeface="Apple SD Gothic Neo"/>
                <a:ea typeface="Apple SD Gothic Neo"/>
                <a:cs typeface="Apple SD Gothic Neo"/>
              </a:defRPr>
            </a:pPr>
            <a:r>
              <a:rPr sz="2325" b="0">
                <a:solidFill>
                  <a:srgbClr val="182C25"/>
                </a:solidFill>
                <a:latin typeface="Apple SD Gothic Neo"/>
                <a:ea typeface="Apple SD Gothic Neo"/>
                <a:cs typeface="Apple SD Gothic Neo"/>
              </a:rPr>
              <a:t>등록된 auth-service를 조회하고</a:t>
            </a:r>
          </a:p>
          <a:p xmlns:a="http://schemas.openxmlformats.org/drawingml/2006/main">
            <a:pPr>
              <a:defRPr sz="2325" b="0">
                <a:solidFill>
                  <a:srgbClr val="182C25"/>
                </a:solidFill>
                <a:latin typeface="Apple SD Gothic Neo"/>
                <a:ea typeface="Apple SD Gothic Neo"/>
                <a:cs typeface="Apple SD Gothic Neo"/>
              </a:defRPr>
            </a:pPr>
            <a:r>
              <a:rPr sz="2325" b="0">
                <a:solidFill>
                  <a:srgbClr val="182C25"/>
                </a:solidFill>
                <a:latin typeface="Apple SD Gothic Neo"/>
                <a:ea typeface="Apple SD Gothic Neo"/>
                <a:cs typeface="Apple SD Gothic Neo"/>
              </a:rPr>
              <a:t>수집하지 않은 의존 관계까지 추정</a:t>
            </a:r>
          </a:p>
        </p:txBody>
      </p:sp>
      <p:sp>
        <p:nvSpPr>
          <p:cNvPr id="9" name="진단 대상이 틀리면 형식에 맞는 답변도 요청을 해결하지 못합니다.">
            <a:extLst xmlns:a="http://schemas.openxmlformats.org/drawingml/2006/main">
              <a:ext uri="{FF2B5EF4-FFF2-40B4-BE49-F238E27FC236}">
                <a16:creationId xmlns:a16="http://schemas.microsoft.com/office/drawing/2014/main" id="{596CF471-EACC-4014-ADA7-1B1062D42BCC}"/>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65C"/>
                </a:solidFill>
                <a:latin typeface="Apple SD Gothic Neo"/>
                <a:ea typeface="Apple SD Gothic Neo"/>
                <a:cs typeface="Apple SD Gothic Neo"/>
              </a:defRPr>
            </a:defPPr>
            <a:lvl1pPr>
              <a:defRPr sz="1875" b="0">
                <a:solidFill>
                  <a:srgbClr val="52665C"/>
                </a:solidFill>
                <a:latin typeface="Apple SD Gothic Neo"/>
                <a:ea typeface="Apple SD Gothic Neo"/>
                <a:cs typeface="Apple SD Gothic Neo"/>
              </a:defRPr>
            </a:lvl1pPr>
            <a:lvl2pPr>
              <a:defRPr sz="1875" b="0">
                <a:solidFill>
                  <a:srgbClr val="52665C"/>
                </a:solidFill>
                <a:latin typeface="Apple SD Gothic Neo"/>
                <a:ea typeface="Apple SD Gothic Neo"/>
                <a:cs typeface="Apple SD Gothic Neo"/>
              </a:defRPr>
            </a:lvl2pPr>
            <a:lvl3pPr>
              <a:defRPr sz="1875" b="0">
                <a:solidFill>
                  <a:srgbClr val="52665C"/>
                </a:solidFill>
                <a:latin typeface="Apple SD Gothic Neo"/>
                <a:ea typeface="Apple SD Gothic Neo"/>
                <a:cs typeface="Apple SD Gothic Neo"/>
              </a:defRPr>
            </a:lvl3pPr>
            <a:lvl4pPr>
              <a:defRPr sz="1875" b="0">
                <a:solidFill>
                  <a:srgbClr val="52665C"/>
                </a:solidFill>
                <a:latin typeface="Apple SD Gothic Neo"/>
                <a:ea typeface="Apple SD Gothic Neo"/>
                <a:cs typeface="Apple SD Gothic Neo"/>
              </a:defRPr>
            </a:lvl4pPr>
            <a:lvl5pPr>
              <a:defRPr sz="1875" b="0">
                <a:solidFill>
                  <a:srgbClr val="52665C"/>
                </a:solidFill>
                <a:latin typeface="Apple SD Gothic Neo"/>
                <a:ea typeface="Apple SD Gothic Neo"/>
                <a:cs typeface="Apple SD Gothic Neo"/>
              </a:defRPr>
            </a:lvl5pPr>
            <a:lvl6pPr>
              <a:defRPr sz="1875" b="0">
                <a:solidFill>
                  <a:srgbClr val="52665C"/>
                </a:solidFill>
                <a:latin typeface="Apple SD Gothic Neo"/>
                <a:ea typeface="Apple SD Gothic Neo"/>
                <a:cs typeface="Apple SD Gothic Neo"/>
              </a:defRPr>
            </a:lvl6pPr>
            <a:lvl7pPr>
              <a:defRPr sz="1875" b="0">
                <a:solidFill>
                  <a:srgbClr val="52665C"/>
                </a:solidFill>
                <a:latin typeface="Apple SD Gothic Neo"/>
                <a:ea typeface="Apple SD Gothic Neo"/>
                <a:cs typeface="Apple SD Gothic Neo"/>
              </a:defRPr>
            </a:lvl7pPr>
            <a:lvl8pPr>
              <a:defRPr sz="1875" b="0">
                <a:solidFill>
                  <a:srgbClr val="52665C"/>
                </a:solidFill>
                <a:latin typeface="Apple SD Gothic Neo"/>
                <a:ea typeface="Apple SD Gothic Neo"/>
                <a:cs typeface="Apple SD Gothic Neo"/>
              </a:defRPr>
            </a:lvl8pPr>
            <a:lvl9pPr>
              <a:defRPr sz="1875" b="0">
                <a:solidFill>
                  <a:srgbClr val="52665C"/>
                </a:solidFill>
                <a:latin typeface="Apple SD Gothic Neo"/>
                <a:ea typeface="Apple SD Gothic Neo"/>
                <a:cs typeface="Apple SD Gothic Neo"/>
              </a:defRPr>
            </a:lvl9pPr>
          </a:lstStyle>
          <a:p xmlns:a="http://schemas.openxmlformats.org/drawingml/2006/main">
            <a:pPr>
              <a:defRPr sz="1875" b="0">
                <a:solidFill>
                  <a:srgbClr val="52665C"/>
                </a:solidFill>
                <a:latin typeface="Apple SD Gothic Neo"/>
                <a:ea typeface="Apple SD Gothic Neo"/>
                <a:cs typeface="Apple SD Gothic Neo"/>
              </a:defRPr>
            </a:pPr>
            <a:r>
              <a:rPr sz="1875" b="0">
                <a:solidFill>
                  <a:srgbClr val="52665C"/>
                </a:solidFill>
                <a:latin typeface="Apple SD Gothic Neo"/>
                <a:ea typeface="Apple SD Gothic Neo"/>
                <a:cs typeface="Apple SD Gothic Neo"/>
              </a:rPr>
              <a:t>진단 대상이 틀리면 형식에 맞는 답변도 요청을 해결하지 못합니다.</a:t>
            </a:r>
          </a:p>
        </p:txBody>
      </p:sp>
    </p:spTree>
    <p:extLst>
      <p:ext uri="{BB962C8B-B14F-4D97-AF65-F5344CB8AC3E}">
        <p14:creationId xmlns:p14="http://schemas.microsoft.com/office/powerpoint/2010/main" val="1339897680"/>
      </p:ext>
    </p:extLst>
  </p:cSld>
</p:sld>
</file>

<file path=ppt/slides/slide3.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7" name="구조 이해">
            <a:extLst xmlns:a="http://schemas.openxmlformats.org/drawingml/2006/main">
              <a:ext uri="{FF2B5EF4-FFF2-40B4-BE49-F238E27FC236}">
                <a16:creationId xmlns:a16="http://schemas.microsoft.com/office/drawing/2014/main" id="{9CD36E0E-B040-46B9-A358-FA2438A5D751}"/>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구조 이해</a:t>
            </a:r>
          </a:p>
        </p:txBody>
      </p:sp>
      <p:sp>
        <p:nvSpPr>
          <p:cNvPr id="2" name="서비스 구조와 기술의 역할">
            <a:extLst xmlns:a="http://schemas.openxmlformats.org/drawingml/2006/main">
              <a:ext uri="{FF2B5EF4-FFF2-40B4-BE49-F238E27FC236}">
                <a16:creationId xmlns:a16="http://schemas.microsoft.com/office/drawing/2014/main" id="{6FF46FB7-5A23-4ED5-A27C-ADD344276E78}"/>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서비스 구조와 기술의 역할</a:t>
            </a:r>
          </a:p>
        </p:txBody>
      </p:sp>
      <p:sp>
        <p:nvSpPr>
          <p:cNvPr id="3" name="INCIDENT RESPONSE AGENT">
            <a:extLst xmlns:a="http://schemas.openxmlformats.org/drawingml/2006/main">
              <a:ext uri="{FF2B5EF4-FFF2-40B4-BE49-F238E27FC236}">
                <a16:creationId xmlns:a16="http://schemas.microsoft.com/office/drawing/2014/main" id="{E3BE7CEA-DC5C-406F-A6E9-0100172C443A}"/>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03">
            <a:extLst xmlns:a="http://schemas.openxmlformats.org/drawingml/2006/main">
              <a:ext uri="{FF2B5EF4-FFF2-40B4-BE49-F238E27FC236}">
                <a16:creationId xmlns:a16="http://schemas.microsoft.com/office/drawing/2014/main" id="{295F070C-8293-4304-BDED-8DD49771087F}"/>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03</a:t>
            </a:r>
          </a:p>
        </p:txBody>
      </p:sp>
      <p:graphicFrame>
        <p:nvGraphicFramePr>
          <p:cNvPr id="5" name="">
            <a:extLst xmlns:a="http://schemas.openxmlformats.org/drawingml/2006/main">
              <a:ext uri="{FF2B5EF4-FFF2-40B4-BE49-F238E27FC236}">
                <a16:creationId xmlns:a16="http://schemas.microsoft.com/office/drawing/2014/main" id="{E1F49EBD-CCF7-4A15-97CD-311ABDEEBAFE}"/>
              </a:ext>
            </a:extLst>
          </p:cNvPr>
          <p:cNvGraphicFramePr/>
          <p:nvPr/>
        </p:nvGraphicFramePr>
        <p:xfrm>
          <a:off xmlns:a="http://schemas.openxmlformats.org/drawingml/2006/main" x="609600" y="1647825"/>
          <a:ext xmlns:a="http://schemas.openxmlformats.org/drawingml/2006/main" cx="10972800" cy="3800475"/>
        </p:xfrm>
        <a:graphic xmlns:a="http://schemas.openxmlformats.org/drawingml/2006/main">
          <a:graphicData uri="http://schemas.openxmlformats.org/drawingml/2006/table">
            <a:tbl>
              <a:tblPr/>
              <a:tblGrid>
                <a:gridCol w="2095500"/>
                <a:gridCol w="3238500"/>
                <a:gridCol w="5638800"/>
              </a:tblGrid>
              <a:tr h="633413">
                <a:tc>
                  <a:txBody>
                    <a:bodyPr/>
                    <a:lstStyle/>
                    <a:p>
                      <a:r>
                        <a:rPr sz="1875" b="1">
                          <a:solidFill>
                            <a:srgbClr val="FFFFFF"/>
                          </a:solidFill>
                          <a:latin typeface="Apple SD Gothic Neo"/>
                          <a:ea typeface="Apple SD Gothic Neo"/>
                          <a:cs typeface="Apple SD Gothic Neo"/>
                        </a:rPr>
                        <a:t>계층</a:t>
                      </a:r>
                    </a:p>
                  </a:txBody>
                  <a:tcPr marL="152400" marR="152400" marT="114300" marB="114300" anchor="ctr">
                    <a:lnL w="9525">
                      <a:solidFill>
                        <a:srgbClr val="CFDCD3"/>
                      </a:solidFill>
                      <a:prstDash val="solid"/>
                    </a:lnL>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875" b="1">
                          <a:solidFill>
                            <a:srgbClr val="FFFFFF"/>
                          </a:solidFill>
                          <a:latin typeface="Apple SD Gothic Neo"/>
                          <a:ea typeface="Apple SD Gothic Neo"/>
                          <a:cs typeface="Apple SD Gothic Neo"/>
                        </a:rPr>
                        <a:t>기술</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875" b="1">
                          <a:solidFill>
                            <a:srgbClr val="FFFFFF"/>
                          </a:solidFill>
                          <a:latin typeface="Apple SD Gothic Neo"/>
                          <a:ea typeface="Apple SD Gothic Neo"/>
                          <a:cs typeface="Apple SD Gothic Neo"/>
                        </a:rPr>
                        <a:t>역할</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r>
              <a:tr h="633413">
                <a:tc>
                  <a:txBody>
                    <a:bodyPr/>
                    <a:lstStyle/>
                    <a:p>
                      <a:r>
                        <a:rPr sz="1875" b="0">
                          <a:solidFill>
                            <a:srgbClr val="182C25"/>
                          </a:solidFill>
                          <a:latin typeface="Apple SD Gothic Neo"/>
                          <a:ea typeface="Apple SD Gothic Neo"/>
                          <a:cs typeface="Apple SD Gothic Neo"/>
                        </a:rPr>
                        <a:t>사용자 화면</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Vue 3 CDN / SSE</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질문 입력, 진행·초안·최종 표시</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633413">
                <a:tc>
                  <a:txBody>
                    <a:bodyPr/>
                    <a:lstStyle/>
                    <a:p>
                      <a:r>
                        <a:rPr sz="1875" b="0">
                          <a:solidFill>
                            <a:srgbClr val="182C25"/>
                          </a:solidFill>
                          <a:latin typeface="Apple SD Gothic Neo"/>
                          <a:ea typeface="Apple SD Gothic Neo"/>
                          <a:cs typeface="Apple SD Gothic Neo"/>
                        </a:rPr>
                        <a:t>API / 저장</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1875" b="0">
                          <a:solidFill>
                            <a:srgbClr val="182C25"/>
                          </a:solidFill>
                          <a:latin typeface="Apple SD Gothic Neo"/>
                          <a:ea typeface="Apple SD Gothic Neo"/>
                          <a:cs typeface="Apple SD Gothic Neo"/>
                        </a:rPr>
                        <a:t>FastAPI / SQLite</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c>
                  <a:txBody>
                    <a:bodyPr/>
                    <a:lstStyle/>
                    <a:p>
                      <a:r>
                        <a:rPr sz="1875" b="0">
                          <a:solidFill>
                            <a:srgbClr val="182C25"/>
                          </a:solidFill>
                          <a:latin typeface="Apple SD Gothic Neo"/>
                          <a:ea typeface="Apple SD Gothic Neo"/>
                          <a:cs typeface="Apple SD Gothic Neo"/>
                        </a:rPr>
                        <a:t>동일 출처 프록시, 대화 저장</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r h="633413">
                <a:tc>
                  <a:txBody>
                    <a:bodyPr/>
                    <a:lstStyle/>
                    <a:p>
                      <a:r>
                        <a:rPr sz="1875" b="0">
                          <a:solidFill>
                            <a:srgbClr val="182C25"/>
                          </a:solidFill>
                          <a:latin typeface="Apple SD Gothic Neo"/>
                          <a:ea typeface="Apple SD Gothic Neo"/>
                          <a:cs typeface="Apple SD Gothic Neo"/>
                        </a:rPr>
                        <a:t>에이전트</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LangGraph / HTTPX</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상태 전이, Ollama·OpenAI 호출</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633413">
                <a:tc>
                  <a:txBody>
                    <a:bodyPr/>
                    <a:lstStyle/>
                    <a:p>
                      <a:r>
                        <a:rPr sz="1875" b="0">
                          <a:solidFill>
                            <a:srgbClr val="182C25"/>
                          </a:solidFill>
                          <a:latin typeface="Apple SD Gothic Neo"/>
                          <a:ea typeface="Apple SD Gothic Neo"/>
                          <a:cs typeface="Apple SD Gothic Neo"/>
                        </a:rPr>
                        <a:t>외부 도구</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1875" b="0">
                          <a:solidFill>
                            <a:srgbClr val="182C25"/>
                          </a:solidFill>
                          <a:latin typeface="Apple SD Gothic Neo"/>
                          <a:ea typeface="Apple SD Gothic Neo"/>
                          <a:cs typeface="Apple SD Gothic Neo"/>
                        </a:rPr>
                        <a:t>MCP stdio</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c>
                  <a:txBody>
                    <a:bodyPr/>
                    <a:lstStyle/>
                    <a:p>
                      <a:r>
                        <a:rPr sz="1875" b="0">
                          <a:solidFill>
                            <a:srgbClr val="182C25"/>
                          </a:solidFill>
                          <a:latin typeface="Apple SD Gothic Neo"/>
                          <a:ea typeface="Apple SD Gothic Neo"/>
                          <a:cs typeface="Apple SD Gothic Neo"/>
                        </a:rPr>
                        <a:t>모의 지표·매뉴얼·진단 지시 제공</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r h="633413">
                <a:tc>
                  <a:txBody>
                    <a:bodyPr/>
                    <a:lstStyle/>
                    <a:p>
                      <a:r>
                        <a:rPr sz="1875" b="0">
                          <a:solidFill>
                            <a:srgbClr val="182C25"/>
                          </a:solidFill>
                          <a:latin typeface="Apple SD Gothic Neo"/>
                          <a:ea typeface="Apple SD Gothic Neo"/>
                          <a:cs typeface="Apple SD Gothic Neo"/>
                        </a:rPr>
                        <a:t>관리자</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LangSmith 조회 API</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접근 키 인증, 요청·검증·실행 트리</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bl>
          </a:graphicData>
        </a:graphic>
      </p:graphicFrame>
      <p:sp>
        <p:nvSpPr>
          <p:cNvPr id="6" name="기존 기반을 유지하고 대상 확인·검증·관리자·사용자 화면을 개선했습니다.">
            <a:extLst xmlns:a="http://schemas.openxmlformats.org/drawingml/2006/main">
              <a:ext uri="{FF2B5EF4-FFF2-40B4-BE49-F238E27FC236}">
                <a16:creationId xmlns:a16="http://schemas.microsoft.com/office/drawing/2014/main" id="{DD1FA93D-2D14-4669-919C-B1032B07E580}"/>
              </a:ext>
            </a:extLst>
          </p:cNvPr>
          <p:cNvSpPr>
            <a:spLocks xmlns:a="http://schemas.openxmlformats.org/drawingml/2006/main" noGrp="1"/>
          </p:cNvSpPr>
          <p:nvPr/>
        </p:nvSpPr>
        <p:spPr>
          <a:xfrm xmlns:a="http://schemas.openxmlformats.org/drawingml/2006/main">
            <a:off x="609600" y="56959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65C"/>
                </a:solidFill>
                <a:latin typeface="Apple SD Gothic Neo"/>
                <a:ea typeface="Apple SD Gothic Neo"/>
                <a:cs typeface="Apple SD Gothic Neo"/>
              </a:defRPr>
            </a:defPPr>
            <a:lvl1pPr>
              <a:defRPr sz="1875" b="0">
                <a:solidFill>
                  <a:srgbClr val="52665C"/>
                </a:solidFill>
                <a:latin typeface="Apple SD Gothic Neo"/>
                <a:ea typeface="Apple SD Gothic Neo"/>
                <a:cs typeface="Apple SD Gothic Neo"/>
              </a:defRPr>
            </a:lvl1pPr>
            <a:lvl2pPr>
              <a:defRPr sz="1875" b="0">
                <a:solidFill>
                  <a:srgbClr val="52665C"/>
                </a:solidFill>
                <a:latin typeface="Apple SD Gothic Neo"/>
                <a:ea typeface="Apple SD Gothic Neo"/>
                <a:cs typeface="Apple SD Gothic Neo"/>
              </a:defRPr>
            </a:lvl2pPr>
            <a:lvl3pPr>
              <a:defRPr sz="1875" b="0">
                <a:solidFill>
                  <a:srgbClr val="52665C"/>
                </a:solidFill>
                <a:latin typeface="Apple SD Gothic Neo"/>
                <a:ea typeface="Apple SD Gothic Neo"/>
                <a:cs typeface="Apple SD Gothic Neo"/>
              </a:defRPr>
            </a:lvl3pPr>
            <a:lvl4pPr>
              <a:defRPr sz="1875" b="0">
                <a:solidFill>
                  <a:srgbClr val="52665C"/>
                </a:solidFill>
                <a:latin typeface="Apple SD Gothic Neo"/>
                <a:ea typeface="Apple SD Gothic Neo"/>
                <a:cs typeface="Apple SD Gothic Neo"/>
              </a:defRPr>
            </a:lvl4pPr>
            <a:lvl5pPr>
              <a:defRPr sz="1875" b="0">
                <a:solidFill>
                  <a:srgbClr val="52665C"/>
                </a:solidFill>
                <a:latin typeface="Apple SD Gothic Neo"/>
                <a:ea typeface="Apple SD Gothic Neo"/>
                <a:cs typeface="Apple SD Gothic Neo"/>
              </a:defRPr>
            </a:lvl5pPr>
            <a:lvl6pPr>
              <a:defRPr sz="1875" b="0">
                <a:solidFill>
                  <a:srgbClr val="52665C"/>
                </a:solidFill>
                <a:latin typeface="Apple SD Gothic Neo"/>
                <a:ea typeface="Apple SD Gothic Neo"/>
                <a:cs typeface="Apple SD Gothic Neo"/>
              </a:defRPr>
            </a:lvl6pPr>
            <a:lvl7pPr>
              <a:defRPr sz="1875" b="0">
                <a:solidFill>
                  <a:srgbClr val="52665C"/>
                </a:solidFill>
                <a:latin typeface="Apple SD Gothic Neo"/>
                <a:ea typeface="Apple SD Gothic Neo"/>
                <a:cs typeface="Apple SD Gothic Neo"/>
              </a:defRPr>
            </a:lvl7pPr>
            <a:lvl8pPr>
              <a:defRPr sz="1875" b="0">
                <a:solidFill>
                  <a:srgbClr val="52665C"/>
                </a:solidFill>
                <a:latin typeface="Apple SD Gothic Neo"/>
                <a:ea typeface="Apple SD Gothic Neo"/>
                <a:cs typeface="Apple SD Gothic Neo"/>
              </a:defRPr>
            </a:lvl8pPr>
            <a:lvl9pPr>
              <a:defRPr sz="1875" b="0">
                <a:solidFill>
                  <a:srgbClr val="52665C"/>
                </a:solidFill>
                <a:latin typeface="Apple SD Gothic Neo"/>
                <a:ea typeface="Apple SD Gothic Neo"/>
                <a:cs typeface="Apple SD Gothic Neo"/>
              </a:defRPr>
            </a:lvl9pPr>
          </a:lstStyle>
          <a:p xmlns:a="http://schemas.openxmlformats.org/drawingml/2006/main">
            <a:pPr>
              <a:defRPr sz="1875" b="0">
                <a:solidFill>
                  <a:srgbClr val="52665C"/>
                </a:solidFill>
                <a:latin typeface="Apple SD Gothic Neo"/>
                <a:ea typeface="Apple SD Gothic Neo"/>
                <a:cs typeface="Apple SD Gothic Neo"/>
              </a:defRPr>
            </a:pPr>
            <a:r>
              <a:rPr sz="1875" b="0">
                <a:solidFill>
                  <a:srgbClr val="52665C"/>
                </a:solidFill>
                <a:latin typeface="Apple SD Gothic Neo"/>
                <a:ea typeface="Apple SD Gothic Neo"/>
                <a:cs typeface="Apple SD Gothic Neo"/>
              </a:rPr>
              <a:t>기존 기반을 유지하고 대상 확인·검증·관리자·사용자 화면을 개선했습니다.</a:t>
            </a:r>
          </a:p>
        </p:txBody>
      </p:sp>
    </p:spTree>
    <p:extLst>
      <p:ext uri="{BB962C8B-B14F-4D97-AF65-F5344CB8AC3E}">
        <p14:creationId xmlns:p14="http://schemas.microsoft.com/office/powerpoint/2010/main" val="1085313449"/>
      </p:ext>
    </p:extLst>
  </p:cSld>
</p:sld>
</file>

<file path=ppt/slides/slide4.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8" name="개선 1">
            <a:extLst xmlns:a="http://schemas.openxmlformats.org/drawingml/2006/main">
              <a:ext uri="{FF2B5EF4-FFF2-40B4-BE49-F238E27FC236}">
                <a16:creationId xmlns:a16="http://schemas.microsoft.com/office/drawing/2014/main" id="{D6852FE7-CA09-47C2-8F42-3F52D9B99C53}"/>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개선 1</a:t>
            </a:r>
          </a:p>
        </p:txBody>
      </p:sp>
      <p:sp>
        <p:nvSpPr>
          <p:cNvPr id="2" name="대상 확인을 LLM 호출 앞에 추가">
            <a:extLst xmlns:a="http://schemas.openxmlformats.org/drawingml/2006/main">
              <a:ext uri="{FF2B5EF4-FFF2-40B4-BE49-F238E27FC236}">
                <a16:creationId xmlns:a16="http://schemas.microsoft.com/office/drawing/2014/main" id="{56BC9C7C-6D8D-4A28-BAAC-DD2261283863}"/>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대상 확인을 LLM 호출 앞에 추가</a:t>
            </a:r>
          </a:p>
        </p:txBody>
      </p:sp>
      <p:sp>
        <p:nvSpPr>
          <p:cNvPr id="3" name="INCIDENT RESPONSE AGENT">
            <a:extLst xmlns:a="http://schemas.openxmlformats.org/drawingml/2006/main">
              <a:ext uri="{FF2B5EF4-FFF2-40B4-BE49-F238E27FC236}">
                <a16:creationId xmlns:a16="http://schemas.microsoft.com/office/drawing/2014/main" id="{0AE2E1BE-EB5F-40F6-9D7E-DF76DECFCC55}"/>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04">
            <a:extLst xmlns:a="http://schemas.openxmlformats.org/drawingml/2006/main">
              <a:ext uri="{FF2B5EF4-FFF2-40B4-BE49-F238E27FC236}">
                <a16:creationId xmlns:a16="http://schemas.microsoft.com/office/drawing/2014/main" id="{6B02A0BB-B816-4A7A-9066-C551F61873D9}"/>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04</a:t>
            </a:r>
          </a:p>
        </p:txBody>
      </p:sp>
      <p:sp>
        <p:nvSpPr>
          <p:cNvPr id="5" name="명시된 서비스·호스트 이름을&#10;등록 목록과 대조">
            <a:extLst xmlns:a="http://schemas.openxmlformats.org/drawingml/2006/main">
              <a:ext uri="{FF2B5EF4-FFF2-40B4-BE49-F238E27FC236}">
                <a16:creationId xmlns:a16="http://schemas.microsoft.com/office/drawing/2014/main" id="{1773F2CD-7A46-4D2B-B7DD-54EEC1557E59}"/>
              </a:ext>
            </a:extLst>
          </p:cNvPr>
          <p:cNvSpPr>
            <a:spLocks xmlns:a="http://schemas.openxmlformats.org/drawingml/2006/main" noGrp="1"/>
          </p:cNvSpPr>
          <p:nvPr/>
        </p:nvSpPr>
        <p:spPr>
          <a:xfrm xmlns:a="http://schemas.openxmlformats.org/drawingml/2006/main">
            <a:off x="609600" y="19050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182C25"/>
                </a:solidFill>
                <a:latin typeface="Apple SD Gothic Neo"/>
                <a:ea typeface="Apple SD Gothic Neo"/>
                <a:cs typeface="Apple SD Gothic Neo"/>
              </a:defRPr>
            </a:defPPr>
            <a:lvl1pPr>
              <a:defRPr sz="2700" b="1">
                <a:solidFill>
                  <a:srgbClr val="182C25"/>
                </a:solidFill>
                <a:latin typeface="Apple SD Gothic Neo"/>
                <a:ea typeface="Apple SD Gothic Neo"/>
                <a:cs typeface="Apple SD Gothic Neo"/>
              </a:defRPr>
            </a:lvl1pPr>
            <a:lvl2pPr>
              <a:defRPr sz="2700" b="1">
                <a:solidFill>
                  <a:srgbClr val="182C25"/>
                </a:solidFill>
                <a:latin typeface="Apple SD Gothic Neo"/>
                <a:ea typeface="Apple SD Gothic Neo"/>
                <a:cs typeface="Apple SD Gothic Neo"/>
              </a:defRPr>
            </a:lvl2pPr>
            <a:lvl3pPr>
              <a:defRPr sz="2700" b="1">
                <a:solidFill>
                  <a:srgbClr val="182C25"/>
                </a:solidFill>
                <a:latin typeface="Apple SD Gothic Neo"/>
                <a:ea typeface="Apple SD Gothic Neo"/>
                <a:cs typeface="Apple SD Gothic Neo"/>
              </a:defRPr>
            </a:lvl3pPr>
            <a:lvl4pPr>
              <a:defRPr sz="2700" b="1">
                <a:solidFill>
                  <a:srgbClr val="182C25"/>
                </a:solidFill>
                <a:latin typeface="Apple SD Gothic Neo"/>
                <a:ea typeface="Apple SD Gothic Neo"/>
                <a:cs typeface="Apple SD Gothic Neo"/>
              </a:defRPr>
            </a:lvl4pPr>
            <a:lvl5pPr>
              <a:defRPr sz="2700" b="1">
                <a:solidFill>
                  <a:srgbClr val="182C25"/>
                </a:solidFill>
                <a:latin typeface="Apple SD Gothic Neo"/>
                <a:ea typeface="Apple SD Gothic Neo"/>
                <a:cs typeface="Apple SD Gothic Neo"/>
              </a:defRPr>
            </a:lvl5pPr>
            <a:lvl6pPr>
              <a:defRPr sz="2700" b="1">
                <a:solidFill>
                  <a:srgbClr val="182C25"/>
                </a:solidFill>
                <a:latin typeface="Apple SD Gothic Neo"/>
                <a:ea typeface="Apple SD Gothic Neo"/>
                <a:cs typeface="Apple SD Gothic Neo"/>
              </a:defRPr>
            </a:lvl6pPr>
            <a:lvl7pPr>
              <a:defRPr sz="2700" b="1">
                <a:solidFill>
                  <a:srgbClr val="182C25"/>
                </a:solidFill>
                <a:latin typeface="Apple SD Gothic Neo"/>
                <a:ea typeface="Apple SD Gothic Neo"/>
                <a:cs typeface="Apple SD Gothic Neo"/>
              </a:defRPr>
            </a:lvl7pPr>
            <a:lvl8pPr>
              <a:defRPr sz="2700" b="1">
                <a:solidFill>
                  <a:srgbClr val="182C25"/>
                </a:solidFill>
                <a:latin typeface="Apple SD Gothic Neo"/>
                <a:ea typeface="Apple SD Gothic Neo"/>
                <a:cs typeface="Apple SD Gothic Neo"/>
              </a:defRPr>
            </a:lvl8pPr>
            <a:lvl9pPr>
              <a:defRPr sz="2700" b="1">
                <a:solidFill>
                  <a:srgbClr val="182C25"/>
                </a:solidFill>
                <a:latin typeface="Apple SD Gothic Neo"/>
                <a:ea typeface="Apple SD Gothic Neo"/>
                <a:cs typeface="Apple SD Gothic Neo"/>
              </a:defRPr>
            </a:lvl9pPr>
          </a:lstStyle>
          <a:p xmlns:a="http://schemas.openxmlformats.org/drawingml/2006/main">
            <a:pPr>
              <a:defRPr sz="2700" b="1">
                <a:solidFill>
                  <a:srgbClr val="182C25"/>
                </a:solidFill>
                <a:latin typeface="Apple SD Gothic Neo"/>
                <a:ea typeface="Apple SD Gothic Neo"/>
                <a:cs typeface="Apple SD Gothic Neo"/>
              </a:defRPr>
            </a:pPr>
            <a:r>
              <a:rPr sz="2700" b="1">
                <a:solidFill>
                  <a:srgbClr val="182C25"/>
                </a:solidFill>
                <a:latin typeface="Apple SD Gothic Neo"/>
                <a:ea typeface="Apple SD Gothic Neo"/>
                <a:cs typeface="Apple SD Gothic Neo"/>
              </a:rPr>
              <a:t>명시된 서비스·호스트 이름을</a:t>
            </a:r>
          </a:p>
          <a:p xmlns:a="http://schemas.openxmlformats.org/drawingml/2006/main">
            <a:pPr>
              <a:defRPr sz="2700" b="1">
                <a:solidFill>
                  <a:srgbClr val="182C25"/>
                </a:solidFill>
                <a:latin typeface="Apple SD Gothic Neo"/>
                <a:ea typeface="Apple SD Gothic Neo"/>
                <a:cs typeface="Apple SD Gothic Neo"/>
              </a:defRPr>
            </a:pPr>
            <a:r>
              <a:rPr sz="2700" b="1">
                <a:solidFill>
                  <a:srgbClr val="182C25"/>
                </a:solidFill>
                <a:latin typeface="Apple SD Gothic Neo"/>
                <a:ea typeface="Apple SD Gothic Neo"/>
                <a:cs typeface="Apple SD Gothic Neo"/>
              </a:rPr>
              <a:t>등록 목록과 대조</a:t>
            </a:r>
          </a:p>
        </p:txBody>
      </p:sp>
      <p:graphicFrame>
        <p:nvGraphicFramePr>
          <p:cNvPr id="6" name="">
            <a:extLst xmlns:a="http://schemas.openxmlformats.org/drawingml/2006/main">
              <a:ext uri="{FF2B5EF4-FFF2-40B4-BE49-F238E27FC236}">
                <a16:creationId xmlns:a16="http://schemas.microsoft.com/office/drawing/2014/main" id="{2CED4866-11B3-48B8-B3BA-46D6737FB8D2}"/>
              </a:ext>
            </a:extLst>
          </p:cNvPr>
          <p:cNvGraphicFramePr/>
          <p:nvPr/>
        </p:nvGraphicFramePr>
        <p:xfrm>
          <a:off xmlns:a="http://schemas.openxmlformats.org/drawingml/2006/main" x="609600" y="3124200"/>
          <a:ext xmlns:a="http://schemas.openxmlformats.org/drawingml/2006/main" cx="10972800" cy="2333625"/>
        </p:xfrm>
        <a:graphic xmlns:a="http://schemas.openxmlformats.org/drawingml/2006/main">
          <a:graphicData uri="http://schemas.openxmlformats.org/drawingml/2006/table">
            <a:tbl>
              <a:tblPr/>
              <a:tblGrid>
                <a:gridCol w="3238500"/>
                <a:gridCol w="7734300"/>
              </a:tblGrid>
              <a:tr h="583406">
                <a:tc>
                  <a:txBody>
                    <a:bodyPr/>
                    <a:lstStyle/>
                    <a:p>
                      <a:r>
                        <a:rPr sz="2025" b="1">
                          <a:solidFill>
                            <a:srgbClr val="FFFFFF"/>
                          </a:solidFill>
                          <a:latin typeface="Apple SD Gothic Neo"/>
                          <a:ea typeface="Apple SD Gothic Neo"/>
                          <a:cs typeface="Apple SD Gothic Neo"/>
                        </a:rPr>
                        <a:t>입력</a:t>
                      </a:r>
                    </a:p>
                  </a:txBody>
                  <a:tcPr marL="152400" marR="152400" marT="114300" marB="114300" anchor="ctr">
                    <a:lnL w="9525">
                      <a:solidFill>
                        <a:srgbClr val="CFDCD3"/>
                      </a:solidFill>
                      <a:prstDash val="solid"/>
                    </a:lnL>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2025" b="1">
                          <a:solidFill>
                            <a:srgbClr val="FFFFFF"/>
                          </a:solidFill>
                          <a:latin typeface="Apple SD Gothic Neo"/>
                          <a:ea typeface="Apple SD Gothic Neo"/>
                          <a:cs typeface="Apple SD Gothic Neo"/>
                        </a:rPr>
                        <a:t>처리</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r>
              <a:tr h="583406">
                <a:tc>
                  <a:txBody>
                    <a:bodyPr/>
                    <a:lstStyle/>
                    <a:p>
                      <a:r>
                        <a:rPr sz="2025" b="0">
                          <a:solidFill>
                            <a:srgbClr val="182C25"/>
                          </a:solidFill>
                          <a:latin typeface="Apple SD Gothic Neo"/>
                          <a:ea typeface="Apple SD Gothic Neo"/>
                          <a:cs typeface="Apple SD Gothic Neo"/>
                        </a:rPr>
                        <a:t>등록 대상</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2025" b="0">
                          <a:solidFill>
                            <a:srgbClr val="182C25"/>
                          </a:solidFill>
                          <a:latin typeface="Apple SD Gothic Neo"/>
                          <a:ea typeface="Apple SD Gothic Neo"/>
                          <a:cs typeface="Apple SD Gothic Neo"/>
                        </a:rPr>
                        <a:t>계획·모니터링·매뉴얼 조회 진행</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583406">
                <a:tc>
                  <a:txBody>
                    <a:bodyPr/>
                    <a:lstStyle/>
                    <a:p>
                      <a:r>
                        <a:rPr sz="2025" b="0">
                          <a:solidFill>
                            <a:srgbClr val="182C25"/>
                          </a:solidFill>
                          <a:latin typeface="Apple SD Gothic Neo"/>
                          <a:ea typeface="Apple SD Gothic Neo"/>
                          <a:cs typeface="Apple SD Gothic Neo"/>
                        </a:rPr>
                        <a:t>미등록 대상 포함</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2025" b="0">
                          <a:solidFill>
                            <a:srgbClr val="182C25"/>
                          </a:solidFill>
                          <a:latin typeface="Apple SD Gothic Neo"/>
                          <a:ea typeface="Apple SD Gothic Neo"/>
                          <a:cs typeface="Apple SD Gothic Neo"/>
                        </a:rPr>
                        <a:t>시스템명 확인 요청 후 종료</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r h="583406">
                <a:tc>
                  <a:txBody>
                    <a:bodyPr/>
                    <a:lstStyle/>
                    <a:p>
                      <a:r>
                        <a:rPr sz="2025" b="0">
                          <a:solidFill>
                            <a:srgbClr val="182C25"/>
                          </a:solidFill>
                          <a:latin typeface="Apple SD Gothic Neo"/>
                          <a:ea typeface="Apple SD Gothic Neo"/>
                          <a:cs typeface="Apple SD Gothic Neo"/>
                        </a:rPr>
                        <a:t>등록·미등록 혼합</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2025" b="0">
                          <a:solidFill>
                            <a:srgbClr val="182C25"/>
                          </a:solidFill>
                          <a:latin typeface="Apple SD Gothic Neo"/>
                          <a:ea typeface="Apple SD Gothic Neo"/>
                          <a:cs typeface="Apple SD Gothic Neo"/>
                        </a:rPr>
                        <a:t>전체 진단 보류, 이름 확인 우선</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bl>
          </a:graphicData>
        </a:graphic>
      </p:graphicFrame>
      <p:sp>
        <p:nvSpPr>
          <p:cNvPr id="7" name="검사 범위: -service / _service 식별자, 숫자 접미사 호스트명">
            <a:extLst xmlns:a="http://schemas.openxmlformats.org/drawingml/2006/main">
              <a:ext uri="{FF2B5EF4-FFF2-40B4-BE49-F238E27FC236}">
                <a16:creationId xmlns:a16="http://schemas.microsoft.com/office/drawing/2014/main" id="{B18177FA-79D8-44EE-8ED1-75D98E86AB2D}"/>
              </a:ext>
            </a:extLst>
          </p:cNvPr>
          <p:cNvSpPr>
            <a:spLocks xmlns:a="http://schemas.openxmlformats.org/drawingml/2006/main" noGrp="1"/>
          </p:cNvSpPr>
          <p:nvPr/>
        </p:nvSpPr>
        <p:spPr>
          <a:xfrm xmlns:a="http://schemas.openxmlformats.org/drawingml/2006/main">
            <a:off x="609600" y="5762625"/>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65C"/>
                </a:solidFill>
                <a:latin typeface="Apple SD Gothic Neo"/>
                <a:ea typeface="Apple SD Gothic Neo"/>
                <a:cs typeface="Apple SD Gothic Neo"/>
              </a:defRPr>
            </a:defPPr>
            <a:lvl1pPr>
              <a:defRPr sz="1800" b="0">
                <a:solidFill>
                  <a:srgbClr val="52665C"/>
                </a:solidFill>
                <a:latin typeface="Apple SD Gothic Neo"/>
                <a:ea typeface="Apple SD Gothic Neo"/>
                <a:cs typeface="Apple SD Gothic Neo"/>
              </a:defRPr>
            </a:lvl1pPr>
            <a:lvl2pPr>
              <a:defRPr sz="1800" b="0">
                <a:solidFill>
                  <a:srgbClr val="52665C"/>
                </a:solidFill>
                <a:latin typeface="Apple SD Gothic Neo"/>
                <a:ea typeface="Apple SD Gothic Neo"/>
                <a:cs typeface="Apple SD Gothic Neo"/>
              </a:defRPr>
            </a:lvl2pPr>
            <a:lvl3pPr>
              <a:defRPr sz="1800" b="0">
                <a:solidFill>
                  <a:srgbClr val="52665C"/>
                </a:solidFill>
                <a:latin typeface="Apple SD Gothic Neo"/>
                <a:ea typeface="Apple SD Gothic Neo"/>
                <a:cs typeface="Apple SD Gothic Neo"/>
              </a:defRPr>
            </a:lvl3pPr>
            <a:lvl4pPr>
              <a:defRPr sz="1800" b="0">
                <a:solidFill>
                  <a:srgbClr val="52665C"/>
                </a:solidFill>
                <a:latin typeface="Apple SD Gothic Neo"/>
                <a:ea typeface="Apple SD Gothic Neo"/>
                <a:cs typeface="Apple SD Gothic Neo"/>
              </a:defRPr>
            </a:lvl4pPr>
            <a:lvl5pPr>
              <a:defRPr sz="1800" b="0">
                <a:solidFill>
                  <a:srgbClr val="52665C"/>
                </a:solidFill>
                <a:latin typeface="Apple SD Gothic Neo"/>
                <a:ea typeface="Apple SD Gothic Neo"/>
                <a:cs typeface="Apple SD Gothic Neo"/>
              </a:defRPr>
            </a:lvl5pPr>
            <a:lvl6pPr>
              <a:defRPr sz="1800" b="0">
                <a:solidFill>
                  <a:srgbClr val="52665C"/>
                </a:solidFill>
                <a:latin typeface="Apple SD Gothic Neo"/>
                <a:ea typeface="Apple SD Gothic Neo"/>
                <a:cs typeface="Apple SD Gothic Neo"/>
              </a:defRPr>
            </a:lvl6pPr>
            <a:lvl7pPr>
              <a:defRPr sz="1800" b="0">
                <a:solidFill>
                  <a:srgbClr val="52665C"/>
                </a:solidFill>
                <a:latin typeface="Apple SD Gothic Neo"/>
                <a:ea typeface="Apple SD Gothic Neo"/>
                <a:cs typeface="Apple SD Gothic Neo"/>
              </a:defRPr>
            </a:lvl7pPr>
            <a:lvl8pPr>
              <a:defRPr sz="1800" b="0">
                <a:solidFill>
                  <a:srgbClr val="52665C"/>
                </a:solidFill>
                <a:latin typeface="Apple SD Gothic Neo"/>
                <a:ea typeface="Apple SD Gothic Neo"/>
                <a:cs typeface="Apple SD Gothic Neo"/>
              </a:defRPr>
            </a:lvl8pPr>
            <a:lvl9pPr>
              <a:defRPr sz="1800" b="0">
                <a:solidFill>
                  <a:srgbClr val="52665C"/>
                </a:solidFill>
                <a:latin typeface="Apple SD Gothic Neo"/>
                <a:ea typeface="Apple SD Gothic Neo"/>
                <a:cs typeface="Apple SD Gothic Neo"/>
              </a:defRPr>
            </a:lvl9pPr>
          </a:lstStyle>
          <a:p xmlns:a="http://schemas.openxmlformats.org/drawingml/2006/main">
            <a:pPr>
              <a:defRPr sz="1800" b="0">
                <a:solidFill>
                  <a:srgbClr val="52665C"/>
                </a:solidFill>
                <a:latin typeface="Apple SD Gothic Neo"/>
                <a:ea typeface="Apple SD Gothic Neo"/>
                <a:cs typeface="Apple SD Gothic Neo"/>
              </a:defRPr>
            </a:pPr>
            <a:r>
              <a:rPr sz="1800" b="0">
                <a:solidFill>
                  <a:srgbClr val="52665C"/>
                </a:solidFill>
                <a:latin typeface="Apple SD Gothic Neo"/>
                <a:ea typeface="Apple SD Gothic Neo"/>
                <a:cs typeface="Apple SD Gothic Neo"/>
              </a:rPr>
              <a:t>검사 범위: -service / _service 식별자, 숫자 접미사 호스트명</a:t>
            </a:r>
          </a:p>
        </p:txBody>
      </p:sp>
    </p:spTree>
    <p:extLst>
      <p:ext uri="{BB962C8B-B14F-4D97-AF65-F5344CB8AC3E}">
        <p14:creationId xmlns:p14="http://schemas.microsoft.com/office/powerpoint/2010/main" val="1360332220"/>
      </p:ext>
    </p:extLst>
  </p:cSld>
</p:sld>
</file>

<file path=ppt/slides/slide5.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12" name="개선 2">
            <a:extLst xmlns:a="http://schemas.openxmlformats.org/drawingml/2006/main">
              <a:ext uri="{FF2B5EF4-FFF2-40B4-BE49-F238E27FC236}">
                <a16:creationId xmlns:a16="http://schemas.microsoft.com/office/drawing/2014/main" id="{3C640815-E717-4411-895F-8CE3E24A496E}"/>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개선 2</a:t>
            </a:r>
          </a:p>
        </p:txBody>
      </p:sp>
      <p:sp>
        <p:nvSpPr>
          <p:cNvPr id="2" name="관측 결과와 미실행 절차를 구분">
            <a:extLst xmlns:a="http://schemas.openxmlformats.org/drawingml/2006/main">
              <a:ext uri="{FF2B5EF4-FFF2-40B4-BE49-F238E27FC236}">
                <a16:creationId xmlns:a16="http://schemas.microsoft.com/office/drawing/2014/main" id="{CE77FBDD-45A9-413A-AFD4-A2982AE0D048}"/>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관측 결과와 미실행 절차를 구분</a:t>
            </a:r>
          </a:p>
        </p:txBody>
      </p:sp>
      <p:sp>
        <p:nvSpPr>
          <p:cNvPr id="3" name="INCIDENT RESPONSE AGENT">
            <a:extLst xmlns:a="http://schemas.openxmlformats.org/drawingml/2006/main">
              <a:ext uri="{FF2B5EF4-FFF2-40B4-BE49-F238E27FC236}">
                <a16:creationId xmlns:a16="http://schemas.microsoft.com/office/drawing/2014/main" id="{BA9E295D-18A7-4321-B554-C8DD1D295FBA}"/>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05">
            <a:extLst xmlns:a="http://schemas.openxmlformats.org/drawingml/2006/main">
              <a:ext uri="{FF2B5EF4-FFF2-40B4-BE49-F238E27FC236}">
                <a16:creationId xmlns:a16="http://schemas.microsoft.com/office/drawing/2014/main" id="{8651B7E6-A51C-463E-905F-F52D29715A2F}"/>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05</a:t>
            </a:r>
          </a:p>
        </p:txBody>
      </p:sp>
      <p:sp>
        <p:nvSpPr>
          <p:cNvPr id="5" name="확인된 사실">
            <a:extLst xmlns:a="http://schemas.openxmlformats.org/drawingml/2006/main">
              <a:ext uri="{FF2B5EF4-FFF2-40B4-BE49-F238E27FC236}">
                <a16:creationId xmlns:a16="http://schemas.microsoft.com/office/drawing/2014/main" id="{C929B016-680F-4530-A31E-7D0628E4D7F2}"/>
              </a:ext>
            </a:extLst>
          </p:cNvPr>
          <p:cNvSpPr>
            <a:spLocks xmlns:a="http://schemas.openxmlformats.org/drawingml/2006/main" noGrp="1"/>
          </p:cNvSpPr>
          <p:nvPr/>
        </p:nvSpPr>
        <p:spPr>
          <a:xfrm xmlns:a="http://schemas.openxmlformats.org/drawingml/2006/main">
            <a:off x="609600" y="1809750"/>
            <a:ext cx="519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28644F"/>
                </a:solidFill>
                <a:latin typeface="Apple SD Gothic Neo"/>
                <a:ea typeface="Apple SD Gothic Neo"/>
                <a:cs typeface="Apple SD Gothic Neo"/>
              </a:defRPr>
            </a:defPPr>
            <a:lvl1pPr>
              <a:defRPr sz="2175" b="1">
                <a:solidFill>
                  <a:srgbClr val="28644F"/>
                </a:solidFill>
                <a:latin typeface="Apple SD Gothic Neo"/>
                <a:ea typeface="Apple SD Gothic Neo"/>
                <a:cs typeface="Apple SD Gothic Neo"/>
              </a:defRPr>
            </a:lvl1pPr>
            <a:lvl2pPr>
              <a:defRPr sz="2175" b="1">
                <a:solidFill>
                  <a:srgbClr val="28644F"/>
                </a:solidFill>
                <a:latin typeface="Apple SD Gothic Neo"/>
                <a:ea typeface="Apple SD Gothic Neo"/>
                <a:cs typeface="Apple SD Gothic Neo"/>
              </a:defRPr>
            </a:lvl2pPr>
            <a:lvl3pPr>
              <a:defRPr sz="2175" b="1">
                <a:solidFill>
                  <a:srgbClr val="28644F"/>
                </a:solidFill>
                <a:latin typeface="Apple SD Gothic Neo"/>
                <a:ea typeface="Apple SD Gothic Neo"/>
                <a:cs typeface="Apple SD Gothic Neo"/>
              </a:defRPr>
            </a:lvl3pPr>
            <a:lvl4pPr>
              <a:defRPr sz="2175" b="1">
                <a:solidFill>
                  <a:srgbClr val="28644F"/>
                </a:solidFill>
                <a:latin typeface="Apple SD Gothic Neo"/>
                <a:ea typeface="Apple SD Gothic Neo"/>
                <a:cs typeface="Apple SD Gothic Neo"/>
              </a:defRPr>
            </a:lvl4pPr>
            <a:lvl5pPr>
              <a:defRPr sz="2175" b="1">
                <a:solidFill>
                  <a:srgbClr val="28644F"/>
                </a:solidFill>
                <a:latin typeface="Apple SD Gothic Neo"/>
                <a:ea typeface="Apple SD Gothic Neo"/>
                <a:cs typeface="Apple SD Gothic Neo"/>
              </a:defRPr>
            </a:lvl5pPr>
            <a:lvl6pPr>
              <a:defRPr sz="2175" b="1">
                <a:solidFill>
                  <a:srgbClr val="28644F"/>
                </a:solidFill>
                <a:latin typeface="Apple SD Gothic Neo"/>
                <a:ea typeface="Apple SD Gothic Neo"/>
                <a:cs typeface="Apple SD Gothic Neo"/>
              </a:defRPr>
            </a:lvl6pPr>
            <a:lvl7pPr>
              <a:defRPr sz="2175" b="1">
                <a:solidFill>
                  <a:srgbClr val="28644F"/>
                </a:solidFill>
                <a:latin typeface="Apple SD Gothic Neo"/>
                <a:ea typeface="Apple SD Gothic Neo"/>
                <a:cs typeface="Apple SD Gothic Neo"/>
              </a:defRPr>
            </a:lvl7pPr>
            <a:lvl8pPr>
              <a:defRPr sz="2175" b="1">
                <a:solidFill>
                  <a:srgbClr val="28644F"/>
                </a:solidFill>
                <a:latin typeface="Apple SD Gothic Neo"/>
                <a:ea typeface="Apple SD Gothic Neo"/>
                <a:cs typeface="Apple SD Gothic Neo"/>
              </a:defRPr>
            </a:lvl8pPr>
            <a:lvl9pPr>
              <a:defRPr sz="2175" b="1">
                <a:solidFill>
                  <a:srgbClr val="28644F"/>
                </a:solidFill>
                <a:latin typeface="Apple SD Gothic Neo"/>
                <a:ea typeface="Apple SD Gothic Neo"/>
                <a:cs typeface="Apple SD Gothic Neo"/>
              </a:defRPr>
            </a:lvl9pPr>
          </a:lstStyle>
          <a:p xmlns:a="http://schemas.openxmlformats.org/drawingml/2006/main">
            <a:pPr>
              <a:defRPr sz="2175" b="1">
                <a:solidFill>
                  <a:srgbClr val="28644F"/>
                </a:solidFill>
                <a:latin typeface="Apple SD Gothic Neo"/>
                <a:ea typeface="Apple SD Gothic Neo"/>
                <a:cs typeface="Apple SD Gothic Neo"/>
              </a:defRPr>
            </a:pPr>
            <a:r>
              <a:rPr sz="2175" b="1">
                <a:solidFill>
                  <a:srgbClr val="28644F"/>
                </a:solidFill>
                <a:latin typeface="Apple SD Gothic Neo"/>
                <a:ea typeface="Apple SD Gothic Neo"/>
                <a:cs typeface="Apple SD Gothic Neo"/>
              </a:rPr>
              <a:t>확인된 사실</a:t>
            </a:r>
          </a:p>
        </p:txBody>
      </p:sp>
      <p:sp>
        <p:nvSpPr>
          <p:cNvPr id="6" name="현재 CPU·메모리와&#10;알림에 기록된 수치를 분리">
            <a:extLst xmlns:a="http://schemas.openxmlformats.org/drawingml/2006/main">
              <a:ext uri="{FF2B5EF4-FFF2-40B4-BE49-F238E27FC236}">
                <a16:creationId xmlns:a16="http://schemas.microsoft.com/office/drawing/2014/main" id="{08B2DCC6-2068-444E-A64D-EAE8148449A5}"/>
              </a:ext>
            </a:extLst>
          </p:cNvPr>
          <p:cNvSpPr>
            <a:spLocks xmlns:a="http://schemas.openxmlformats.org/drawingml/2006/main" noGrp="1"/>
          </p:cNvSpPr>
          <p:nvPr/>
        </p:nvSpPr>
        <p:spPr>
          <a:xfrm xmlns:a="http://schemas.openxmlformats.org/drawingml/2006/main">
            <a:off x="609600" y="2305050"/>
            <a:ext cx="5191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82C25"/>
                </a:solidFill>
                <a:latin typeface="Apple SD Gothic Neo"/>
                <a:ea typeface="Apple SD Gothic Neo"/>
                <a:cs typeface="Apple SD Gothic Neo"/>
              </a:defRPr>
            </a:defPPr>
            <a:lvl1pPr>
              <a:defRPr sz="2175" b="0">
                <a:solidFill>
                  <a:srgbClr val="182C25"/>
                </a:solidFill>
                <a:latin typeface="Apple SD Gothic Neo"/>
                <a:ea typeface="Apple SD Gothic Neo"/>
                <a:cs typeface="Apple SD Gothic Neo"/>
              </a:defRPr>
            </a:lvl1pPr>
            <a:lvl2pPr>
              <a:defRPr sz="2175" b="0">
                <a:solidFill>
                  <a:srgbClr val="182C25"/>
                </a:solidFill>
                <a:latin typeface="Apple SD Gothic Neo"/>
                <a:ea typeface="Apple SD Gothic Neo"/>
                <a:cs typeface="Apple SD Gothic Neo"/>
              </a:defRPr>
            </a:lvl2pPr>
            <a:lvl3pPr>
              <a:defRPr sz="2175" b="0">
                <a:solidFill>
                  <a:srgbClr val="182C25"/>
                </a:solidFill>
                <a:latin typeface="Apple SD Gothic Neo"/>
                <a:ea typeface="Apple SD Gothic Neo"/>
                <a:cs typeface="Apple SD Gothic Neo"/>
              </a:defRPr>
            </a:lvl3pPr>
            <a:lvl4pPr>
              <a:defRPr sz="2175" b="0">
                <a:solidFill>
                  <a:srgbClr val="182C25"/>
                </a:solidFill>
                <a:latin typeface="Apple SD Gothic Neo"/>
                <a:ea typeface="Apple SD Gothic Neo"/>
                <a:cs typeface="Apple SD Gothic Neo"/>
              </a:defRPr>
            </a:lvl4pPr>
            <a:lvl5pPr>
              <a:defRPr sz="2175" b="0">
                <a:solidFill>
                  <a:srgbClr val="182C25"/>
                </a:solidFill>
                <a:latin typeface="Apple SD Gothic Neo"/>
                <a:ea typeface="Apple SD Gothic Neo"/>
                <a:cs typeface="Apple SD Gothic Neo"/>
              </a:defRPr>
            </a:lvl5pPr>
            <a:lvl6pPr>
              <a:defRPr sz="2175" b="0">
                <a:solidFill>
                  <a:srgbClr val="182C25"/>
                </a:solidFill>
                <a:latin typeface="Apple SD Gothic Neo"/>
                <a:ea typeface="Apple SD Gothic Neo"/>
                <a:cs typeface="Apple SD Gothic Neo"/>
              </a:defRPr>
            </a:lvl6pPr>
            <a:lvl7pPr>
              <a:defRPr sz="2175" b="0">
                <a:solidFill>
                  <a:srgbClr val="182C25"/>
                </a:solidFill>
                <a:latin typeface="Apple SD Gothic Neo"/>
                <a:ea typeface="Apple SD Gothic Neo"/>
                <a:cs typeface="Apple SD Gothic Neo"/>
              </a:defRPr>
            </a:lvl7pPr>
            <a:lvl8pPr>
              <a:defRPr sz="2175" b="0">
                <a:solidFill>
                  <a:srgbClr val="182C25"/>
                </a:solidFill>
                <a:latin typeface="Apple SD Gothic Neo"/>
                <a:ea typeface="Apple SD Gothic Neo"/>
                <a:cs typeface="Apple SD Gothic Neo"/>
              </a:defRPr>
            </a:lvl8pPr>
            <a:lvl9pPr>
              <a:defRPr sz="2175" b="0">
                <a:solidFill>
                  <a:srgbClr val="182C25"/>
                </a:solidFill>
                <a:latin typeface="Apple SD Gothic Neo"/>
                <a:ea typeface="Apple SD Gothic Neo"/>
                <a:cs typeface="Apple SD Gothic Neo"/>
              </a:defRPr>
            </a:lvl9pPr>
          </a:lstStyle>
          <a:p xmlns:a="http://schemas.openxmlformats.org/drawingml/2006/main">
            <a:pPr>
              <a:defRPr sz="2175" b="0">
                <a:solidFill>
                  <a:srgbClr val="182C25"/>
                </a:solidFill>
                <a:latin typeface="Apple SD Gothic Neo"/>
                <a:ea typeface="Apple SD Gothic Neo"/>
                <a:cs typeface="Apple SD Gothic Neo"/>
              </a:defRPr>
            </a:pPr>
            <a:r>
              <a:rPr sz="2175" b="0">
                <a:solidFill>
                  <a:srgbClr val="182C25"/>
                </a:solidFill>
                <a:latin typeface="Apple SD Gothic Neo"/>
                <a:ea typeface="Apple SD Gothic Neo"/>
                <a:cs typeface="Apple SD Gothic Neo"/>
              </a:rPr>
              <a:t>현재 CPU·메모리와</a:t>
            </a:r>
          </a:p>
          <a:p xmlns:a="http://schemas.openxmlformats.org/drawingml/2006/main">
            <a:pPr>
              <a:defRPr sz="2175" b="0">
                <a:solidFill>
                  <a:srgbClr val="182C25"/>
                </a:solidFill>
                <a:latin typeface="Apple SD Gothic Neo"/>
                <a:ea typeface="Apple SD Gothic Neo"/>
                <a:cs typeface="Apple SD Gothic Neo"/>
              </a:defRPr>
            </a:pPr>
            <a:r>
              <a:rPr sz="2175" b="0">
                <a:solidFill>
                  <a:srgbClr val="182C25"/>
                </a:solidFill>
                <a:latin typeface="Apple SD Gothic Neo"/>
                <a:ea typeface="Apple SD Gothic Neo"/>
                <a:cs typeface="Apple SD Gothic Neo"/>
              </a:rPr>
              <a:t>알림에 기록된 수치를 분리</a:t>
            </a:r>
          </a:p>
        </p:txBody>
      </p:sp>
      <p:sp>
        <p:nvSpPr>
          <p:cNvPr id="7" name="추가 확인 사항">
            <a:extLst xmlns:a="http://schemas.openxmlformats.org/drawingml/2006/main">
              <a:ext uri="{FF2B5EF4-FFF2-40B4-BE49-F238E27FC236}">
                <a16:creationId xmlns:a16="http://schemas.microsoft.com/office/drawing/2014/main" id="{B50A9ABD-0A71-4408-98EA-A1FD7B3DA81B}"/>
              </a:ext>
            </a:extLst>
          </p:cNvPr>
          <p:cNvSpPr>
            <a:spLocks xmlns:a="http://schemas.openxmlformats.org/drawingml/2006/main" noGrp="1"/>
          </p:cNvSpPr>
          <p:nvPr/>
        </p:nvSpPr>
        <p:spPr>
          <a:xfrm xmlns:a="http://schemas.openxmlformats.org/drawingml/2006/main">
            <a:off x="609600" y="3476625"/>
            <a:ext cx="519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28644F"/>
                </a:solidFill>
                <a:latin typeface="Apple SD Gothic Neo"/>
                <a:ea typeface="Apple SD Gothic Neo"/>
                <a:cs typeface="Apple SD Gothic Neo"/>
              </a:defRPr>
            </a:defPPr>
            <a:lvl1pPr>
              <a:defRPr sz="2175" b="1">
                <a:solidFill>
                  <a:srgbClr val="28644F"/>
                </a:solidFill>
                <a:latin typeface="Apple SD Gothic Neo"/>
                <a:ea typeface="Apple SD Gothic Neo"/>
                <a:cs typeface="Apple SD Gothic Neo"/>
              </a:defRPr>
            </a:lvl1pPr>
            <a:lvl2pPr>
              <a:defRPr sz="2175" b="1">
                <a:solidFill>
                  <a:srgbClr val="28644F"/>
                </a:solidFill>
                <a:latin typeface="Apple SD Gothic Neo"/>
                <a:ea typeface="Apple SD Gothic Neo"/>
                <a:cs typeface="Apple SD Gothic Neo"/>
              </a:defRPr>
            </a:lvl2pPr>
            <a:lvl3pPr>
              <a:defRPr sz="2175" b="1">
                <a:solidFill>
                  <a:srgbClr val="28644F"/>
                </a:solidFill>
                <a:latin typeface="Apple SD Gothic Neo"/>
                <a:ea typeface="Apple SD Gothic Neo"/>
                <a:cs typeface="Apple SD Gothic Neo"/>
              </a:defRPr>
            </a:lvl3pPr>
            <a:lvl4pPr>
              <a:defRPr sz="2175" b="1">
                <a:solidFill>
                  <a:srgbClr val="28644F"/>
                </a:solidFill>
                <a:latin typeface="Apple SD Gothic Neo"/>
                <a:ea typeface="Apple SD Gothic Neo"/>
                <a:cs typeface="Apple SD Gothic Neo"/>
              </a:defRPr>
            </a:lvl4pPr>
            <a:lvl5pPr>
              <a:defRPr sz="2175" b="1">
                <a:solidFill>
                  <a:srgbClr val="28644F"/>
                </a:solidFill>
                <a:latin typeface="Apple SD Gothic Neo"/>
                <a:ea typeface="Apple SD Gothic Neo"/>
                <a:cs typeface="Apple SD Gothic Neo"/>
              </a:defRPr>
            </a:lvl5pPr>
            <a:lvl6pPr>
              <a:defRPr sz="2175" b="1">
                <a:solidFill>
                  <a:srgbClr val="28644F"/>
                </a:solidFill>
                <a:latin typeface="Apple SD Gothic Neo"/>
                <a:ea typeface="Apple SD Gothic Neo"/>
                <a:cs typeface="Apple SD Gothic Neo"/>
              </a:defRPr>
            </a:lvl6pPr>
            <a:lvl7pPr>
              <a:defRPr sz="2175" b="1">
                <a:solidFill>
                  <a:srgbClr val="28644F"/>
                </a:solidFill>
                <a:latin typeface="Apple SD Gothic Neo"/>
                <a:ea typeface="Apple SD Gothic Neo"/>
                <a:cs typeface="Apple SD Gothic Neo"/>
              </a:defRPr>
            </a:lvl7pPr>
            <a:lvl8pPr>
              <a:defRPr sz="2175" b="1">
                <a:solidFill>
                  <a:srgbClr val="28644F"/>
                </a:solidFill>
                <a:latin typeface="Apple SD Gothic Neo"/>
                <a:ea typeface="Apple SD Gothic Neo"/>
                <a:cs typeface="Apple SD Gothic Neo"/>
              </a:defRPr>
            </a:lvl8pPr>
            <a:lvl9pPr>
              <a:defRPr sz="2175" b="1">
                <a:solidFill>
                  <a:srgbClr val="28644F"/>
                </a:solidFill>
                <a:latin typeface="Apple SD Gothic Neo"/>
                <a:ea typeface="Apple SD Gothic Neo"/>
                <a:cs typeface="Apple SD Gothic Neo"/>
              </a:defRPr>
            </a:lvl9pPr>
          </a:lstStyle>
          <a:p xmlns:a="http://schemas.openxmlformats.org/drawingml/2006/main">
            <a:pPr>
              <a:defRPr sz="2175" b="1">
                <a:solidFill>
                  <a:srgbClr val="28644F"/>
                </a:solidFill>
                <a:latin typeface="Apple SD Gothic Neo"/>
                <a:ea typeface="Apple SD Gothic Neo"/>
                <a:cs typeface="Apple SD Gothic Neo"/>
              </a:defRPr>
            </a:pPr>
            <a:r>
              <a:rPr sz="2175" b="1">
                <a:solidFill>
                  <a:srgbClr val="28644F"/>
                </a:solidFill>
                <a:latin typeface="Apple SD Gothic Neo"/>
                <a:ea typeface="Apple SD Gothic Neo"/>
                <a:cs typeface="Apple SD Gothic Neo"/>
              </a:rPr>
              <a:t>추가 확인 사항</a:t>
            </a:r>
          </a:p>
        </p:txBody>
      </p:sp>
      <p:sp>
        <p:nvSpPr>
          <p:cNvPr id="8" name="로그·배포·시계열은 미수집&#10;현재 도구의 조회 범위를 명시">
            <a:extLst xmlns:a="http://schemas.openxmlformats.org/drawingml/2006/main">
              <a:ext uri="{FF2B5EF4-FFF2-40B4-BE49-F238E27FC236}">
                <a16:creationId xmlns:a16="http://schemas.microsoft.com/office/drawing/2014/main" id="{1EF94E02-D593-43DA-938C-D182EFC5D3F4}"/>
              </a:ext>
            </a:extLst>
          </p:cNvPr>
          <p:cNvSpPr>
            <a:spLocks xmlns:a="http://schemas.openxmlformats.org/drawingml/2006/main" noGrp="1"/>
          </p:cNvSpPr>
          <p:nvPr/>
        </p:nvSpPr>
        <p:spPr>
          <a:xfrm xmlns:a="http://schemas.openxmlformats.org/drawingml/2006/main">
            <a:off x="609600" y="3971925"/>
            <a:ext cx="5191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82C25"/>
                </a:solidFill>
                <a:latin typeface="Apple SD Gothic Neo"/>
                <a:ea typeface="Apple SD Gothic Neo"/>
                <a:cs typeface="Apple SD Gothic Neo"/>
              </a:defRPr>
            </a:defPPr>
            <a:lvl1pPr>
              <a:defRPr sz="2175" b="0">
                <a:solidFill>
                  <a:srgbClr val="182C25"/>
                </a:solidFill>
                <a:latin typeface="Apple SD Gothic Neo"/>
                <a:ea typeface="Apple SD Gothic Neo"/>
                <a:cs typeface="Apple SD Gothic Neo"/>
              </a:defRPr>
            </a:lvl1pPr>
            <a:lvl2pPr>
              <a:defRPr sz="2175" b="0">
                <a:solidFill>
                  <a:srgbClr val="182C25"/>
                </a:solidFill>
                <a:latin typeface="Apple SD Gothic Neo"/>
                <a:ea typeface="Apple SD Gothic Neo"/>
                <a:cs typeface="Apple SD Gothic Neo"/>
              </a:defRPr>
            </a:lvl2pPr>
            <a:lvl3pPr>
              <a:defRPr sz="2175" b="0">
                <a:solidFill>
                  <a:srgbClr val="182C25"/>
                </a:solidFill>
                <a:latin typeface="Apple SD Gothic Neo"/>
                <a:ea typeface="Apple SD Gothic Neo"/>
                <a:cs typeface="Apple SD Gothic Neo"/>
              </a:defRPr>
            </a:lvl3pPr>
            <a:lvl4pPr>
              <a:defRPr sz="2175" b="0">
                <a:solidFill>
                  <a:srgbClr val="182C25"/>
                </a:solidFill>
                <a:latin typeface="Apple SD Gothic Neo"/>
                <a:ea typeface="Apple SD Gothic Neo"/>
                <a:cs typeface="Apple SD Gothic Neo"/>
              </a:defRPr>
            </a:lvl4pPr>
            <a:lvl5pPr>
              <a:defRPr sz="2175" b="0">
                <a:solidFill>
                  <a:srgbClr val="182C25"/>
                </a:solidFill>
                <a:latin typeface="Apple SD Gothic Neo"/>
                <a:ea typeface="Apple SD Gothic Neo"/>
                <a:cs typeface="Apple SD Gothic Neo"/>
              </a:defRPr>
            </a:lvl5pPr>
            <a:lvl6pPr>
              <a:defRPr sz="2175" b="0">
                <a:solidFill>
                  <a:srgbClr val="182C25"/>
                </a:solidFill>
                <a:latin typeface="Apple SD Gothic Neo"/>
                <a:ea typeface="Apple SD Gothic Neo"/>
                <a:cs typeface="Apple SD Gothic Neo"/>
              </a:defRPr>
            </a:lvl6pPr>
            <a:lvl7pPr>
              <a:defRPr sz="2175" b="0">
                <a:solidFill>
                  <a:srgbClr val="182C25"/>
                </a:solidFill>
                <a:latin typeface="Apple SD Gothic Neo"/>
                <a:ea typeface="Apple SD Gothic Neo"/>
                <a:cs typeface="Apple SD Gothic Neo"/>
              </a:defRPr>
            </a:lvl7pPr>
            <a:lvl8pPr>
              <a:defRPr sz="2175" b="0">
                <a:solidFill>
                  <a:srgbClr val="182C25"/>
                </a:solidFill>
                <a:latin typeface="Apple SD Gothic Neo"/>
                <a:ea typeface="Apple SD Gothic Neo"/>
                <a:cs typeface="Apple SD Gothic Neo"/>
              </a:defRPr>
            </a:lvl8pPr>
            <a:lvl9pPr>
              <a:defRPr sz="2175" b="0">
                <a:solidFill>
                  <a:srgbClr val="182C25"/>
                </a:solidFill>
                <a:latin typeface="Apple SD Gothic Neo"/>
                <a:ea typeface="Apple SD Gothic Neo"/>
                <a:cs typeface="Apple SD Gothic Neo"/>
              </a:defRPr>
            </a:lvl9pPr>
          </a:lstStyle>
          <a:p xmlns:a="http://schemas.openxmlformats.org/drawingml/2006/main">
            <a:pPr>
              <a:defRPr sz="2175" b="0">
                <a:solidFill>
                  <a:srgbClr val="182C25"/>
                </a:solidFill>
                <a:latin typeface="Apple SD Gothic Neo"/>
                <a:ea typeface="Apple SD Gothic Neo"/>
                <a:cs typeface="Apple SD Gothic Neo"/>
              </a:defRPr>
            </a:pPr>
            <a:r>
              <a:rPr sz="2175" b="0">
                <a:solidFill>
                  <a:srgbClr val="182C25"/>
                </a:solidFill>
                <a:latin typeface="Apple SD Gothic Neo"/>
                <a:ea typeface="Apple SD Gothic Neo"/>
                <a:cs typeface="Apple SD Gothic Neo"/>
              </a:rPr>
              <a:t>로그·배포·시계열은 미수집</a:t>
            </a:r>
          </a:p>
          <a:p xmlns:a="http://schemas.openxmlformats.org/drawingml/2006/main">
            <a:pPr>
              <a:defRPr sz="2175" b="0">
                <a:solidFill>
                  <a:srgbClr val="182C25"/>
                </a:solidFill>
                <a:latin typeface="Apple SD Gothic Neo"/>
                <a:ea typeface="Apple SD Gothic Neo"/>
                <a:cs typeface="Apple SD Gothic Neo"/>
              </a:defRPr>
            </a:pPr>
            <a:r>
              <a:rPr sz="2175" b="0">
                <a:solidFill>
                  <a:srgbClr val="182C25"/>
                </a:solidFill>
                <a:latin typeface="Apple SD Gothic Neo"/>
                <a:ea typeface="Apple SD Gothic Neo"/>
                <a:cs typeface="Apple SD Gothic Neo"/>
              </a:rPr>
              <a:t>현재 도구의 조회 범위를 명시</a:t>
            </a:r>
          </a:p>
        </p:txBody>
      </p:sp>
      <p:sp>
        <p:nvSpPr>
          <p:cNvPr id="9" name="조건부 권고">
            <a:extLst xmlns:a="http://schemas.openxmlformats.org/drawingml/2006/main">
              <a:ext uri="{FF2B5EF4-FFF2-40B4-BE49-F238E27FC236}">
                <a16:creationId xmlns:a16="http://schemas.microsoft.com/office/drawing/2014/main" id="{483FD0F0-0835-4203-82A2-5151D5A4696D}"/>
              </a:ext>
            </a:extLst>
          </p:cNvPr>
          <p:cNvSpPr>
            <a:spLocks xmlns:a="http://schemas.openxmlformats.org/drawingml/2006/main" noGrp="1"/>
          </p:cNvSpPr>
          <p:nvPr/>
        </p:nvSpPr>
        <p:spPr>
          <a:xfrm xmlns:a="http://schemas.openxmlformats.org/drawingml/2006/main">
            <a:off x="609600" y="5143500"/>
            <a:ext cx="519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28644F"/>
                </a:solidFill>
                <a:latin typeface="Apple SD Gothic Neo"/>
                <a:ea typeface="Apple SD Gothic Neo"/>
                <a:cs typeface="Apple SD Gothic Neo"/>
              </a:defRPr>
            </a:defPPr>
            <a:lvl1pPr>
              <a:defRPr sz="2175" b="1">
                <a:solidFill>
                  <a:srgbClr val="28644F"/>
                </a:solidFill>
                <a:latin typeface="Apple SD Gothic Neo"/>
                <a:ea typeface="Apple SD Gothic Neo"/>
                <a:cs typeface="Apple SD Gothic Neo"/>
              </a:defRPr>
            </a:lvl1pPr>
            <a:lvl2pPr>
              <a:defRPr sz="2175" b="1">
                <a:solidFill>
                  <a:srgbClr val="28644F"/>
                </a:solidFill>
                <a:latin typeface="Apple SD Gothic Neo"/>
                <a:ea typeface="Apple SD Gothic Neo"/>
                <a:cs typeface="Apple SD Gothic Neo"/>
              </a:defRPr>
            </a:lvl2pPr>
            <a:lvl3pPr>
              <a:defRPr sz="2175" b="1">
                <a:solidFill>
                  <a:srgbClr val="28644F"/>
                </a:solidFill>
                <a:latin typeface="Apple SD Gothic Neo"/>
                <a:ea typeface="Apple SD Gothic Neo"/>
                <a:cs typeface="Apple SD Gothic Neo"/>
              </a:defRPr>
            </a:lvl3pPr>
            <a:lvl4pPr>
              <a:defRPr sz="2175" b="1">
                <a:solidFill>
                  <a:srgbClr val="28644F"/>
                </a:solidFill>
                <a:latin typeface="Apple SD Gothic Neo"/>
                <a:ea typeface="Apple SD Gothic Neo"/>
                <a:cs typeface="Apple SD Gothic Neo"/>
              </a:defRPr>
            </a:lvl4pPr>
            <a:lvl5pPr>
              <a:defRPr sz="2175" b="1">
                <a:solidFill>
                  <a:srgbClr val="28644F"/>
                </a:solidFill>
                <a:latin typeface="Apple SD Gothic Neo"/>
                <a:ea typeface="Apple SD Gothic Neo"/>
                <a:cs typeface="Apple SD Gothic Neo"/>
              </a:defRPr>
            </a:lvl5pPr>
            <a:lvl6pPr>
              <a:defRPr sz="2175" b="1">
                <a:solidFill>
                  <a:srgbClr val="28644F"/>
                </a:solidFill>
                <a:latin typeface="Apple SD Gothic Neo"/>
                <a:ea typeface="Apple SD Gothic Neo"/>
                <a:cs typeface="Apple SD Gothic Neo"/>
              </a:defRPr>
            </a:lvl6pPr>
            <a:lvl7pPr>
              <a:defRPr sz="2175" b="1">
                <a:solidFill>
                  <a:srgbClr val="28644F"/>
                </a:solidFill>
                <a:latin typeface="Apple SD Gothic Neo"/>
                <a:ea typeface="Apple SD Gothic Neo"/>
                <a:cs typeface="Apple SD Gothic Neo"/>
              </a:defRPr>
            </a:lvl7pPr>
            <a:lvl8pPr>
              <a:defRPr sz="2175" b="1">
                <a:solidFill>
                  <a:srgbClr val="28644F"/>
                </a:solidFill>
                <a:latin typeface="Apple SD Gothic Neo"/>
                <a:ea typeface="Apple SD Gothic Neo"/>
                <a:cs typeface="Apple SD Gothic Neo"/>
              </a:defRPr>
            </a:lvl8pPr>
            <a:lvl9pPr>
              <a:defRPr sz="2175" b="1">
                <a:solidFill>
                  <a:srgbClr val="28644F"/>
                </a:solidFill>
                <a:latin typeface="Apple SD Gothic Neo"/>
                <a:ea typeface="Apple SD Gothic Neo"/>
                <a:cs typeface="Apple SD Gothic Neo"/>
              </a:defRPr>
            </a:lvl9pPr>
          </a:lstStyle>
          <a:p xmlns:a="http://schemas.openxmlformats.org/drawingml/2006/main">
            <a:pPr>
              <a:defRPr sz="2175" b="1">
                <a:solidFill>
                  <a:srgbClr val="28644F"/>
                </a:solidFill>
                <a:latin typeface="Apple SD Gothic Neo"/>
                <a:ea typeface="Apple SD Gothic Neo"/>
                <a:cs typeface="Apple SD Gothic Neo"/>
              </a:defRPr>
            </a:pPr>
            <a:r>
              <a:rPr sz="2175" b="1">
                <a:solidFill>
                  <a:srgbClr val="28644F"/>
                </a:solidFill>
                <a:latin typeface="Apple SD Gothic Neo"/>
                <a:ea typeface="Apple SD Gothic Neo"/>
                <a:cs typeface="Apple SD Gothic Neo"/>
              </a:rPr>
              <a:t>조건부 권고</a:t>
            </a:r>
          </a:p>
        </p:txBody>
      </p:sp>
      <p:sp>
        <p:nvSpPr>
          <p:cNvPr id="10" name="확장·롤백은 조건 확인 후 검토">
            <a:extLst xmlns:a="http://schemas.openxmlformats.org/drawingml/2006/main">
              <a:ext uri="{FF2B5EF4-FFF2-40B4-BE49-F238E27FC236}">
                <a16:creationId xmlns:a16="http://schemas.microsoft.com/office/drawing/2014/main" id="{E2D31BD2-64A3-44D0-B9AF-4527DC864239}"/>
              </a:ext>
            </a:extLst>
          </p:cNvPr>
          <p:cNvSpPr>
            <a:spLocks xmlns:a="http://schemas.openxmlformats.org/drawingml/2006/main" noGrp="1"/>
          </p:cNvSpPr>
          <p:nvPr/>
        </p:nvSpPr>
        <p:spPr>
          <a:xfrm xmlns:a="http://schemas.openxmlformats.org/drawingml/2006/main">
            <a:off x="609600" y="5610225"/>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82C25"/>
                </a:solidFill>
                <a:latin typeface="Apple SD Gothic Neo"/>
                <a:ea typeface="Apple SD Gothic Neo"/>
                <a:cs typeface="Apple SD Gothic Neo"/>
              </a:defRPr>
            </a:defPPr>
            <a:lvl1pPr>
              <a:defRPr sz="2025" b="0">
                <a:solidFill>
                  <a:srgbClr val="182C25"/>
                </a:solidFill>
                <a:latin typeface="Apple SD Gothic Neo"/>
                <a:ea typeface="Apple SD Gothic Neo"/>
                <a:cs typeface="Apple SD Gothic Neo"/>
              </a:defRPr>
            </a:lvl1pPr>
            <a:lvl2pPr>
              <a:defRPr sz="2025" b="0">
                <a:solidFill>
                  <a:srgbClr val="182C25"/>
                </a:solidFill>
                <a:latin typeface="Apple SD Gothic Neo"/>
                <a:ea typeface="Apple SD Gothic Neo"/>
                <a:cs typeface="Apple SD Gothic Neo"/>
              </a:defRPr>
            </a:lvl2pPr>
            <a:lvl3pPr>
              <a:defRPr sz="2025" b="0">
                <a:solidFill>
                  <a:srgbClr val="182C25"/>
                </a:solidFill>
                <a:latin typeface="Apple SD Gothic Neo"/>
                <a:ea typeface="Apple SD Gothic Neo"/>
                <a:cs typeface="Apple SD Gothic Neo"/>
              </a:defRPr>
            </a:lvl3pPr>
            <a:lvl4pPr>
              <a:defRPr sz="2025" b="0">
                <a:solidFill>
                  <a:srgbClr val="182C25"/>
                </a:solidFill>
                <a:latin typeface="Apple SD Gothic Neo"/>
                <a:ea typeface="Apple SD Gothic Neo"/>
                <a:cs typeface="Apple SD Gothic Neo"/>
              </a:defRPr>
            </a:lvl4pPr>
            <a:lvl5pPr>
              <a:defRPr sz="2025" b="0">
                <a:solidFill>
                  <a:srgbClr val="182C25"/>
                </a:solidFill>
                <a:latin typeface="Apple SD Gothic Neo"/>
                <a:ea typeface="Apple SD Gothic Neo"/>
                <a:cs typeface="Apple SD Gothic Neo"/>
              </a:defRPr>
            </a:lvl5pPr>
            <a:lvl6pPr>
              <a:defRPr sz="2025" b="0">
                <a:solidFill>
                  <a:srgbClr val="182C25"/>
                </a:solidFill>
                <a:latin typeface="Apple SD Gothic Neo"/>
                <a:ea typeface="Apple SD Gothic Neo"/>
                <a:cs typeface="Apple SD Gothic Neo"/>
              </a:defRPr>
            </a:lvl6pPr>
            <a:lvl7pPr>
              <a:defRPr sz="2025" b="0">
                <a:solidFill>
                  <a:srgbClr val="182C25"/>
                </a:solidFill>
                <a:latin typeface="Apple SD Gothic Neo"/>
                <a:ea typeface="Apple SD Gothic Neo"/>
                <a:cs typeface="Apple SD Gothic Neo"/>
              </a:defRPr>
            </a:lvl7pPr>
            <a:lvl8pPr>
              <a:defRPr sz="2025" b="0">
                <a:solidFill>
                  <a:srgbClr val="182C25"/>
                </a:solidFill>
                <a:latin typeface="Apple SD Gothic Neo"/>
                <a:ea typeface="Apple SD Gothic Neo"/>
                <a:cs typeface="Apple SD Gothic Neo"/>
              </a:defRPr>
            </a:lvl8pPr>
            <a:lvl9pPr>
              <a:defRPr sz="2025" b="0">
                <a:solidFill>
                  <a:srgbClr val="182C25"/>
                </a:solidFill>
                <a:latin typeface="Apple SD Gothic Neo"/>
                <a:ea typeface="Apple SD Gothic Neo"/>
                <a:cs typeface="Apple SD Gothic Neo"/>
              </a:defRPr>
            </a:lvl9pPr>
          </a:lstStyle>
          <a:p xmlns:a="http://schemas.openxmlformats.org/drawingml/2006/main">
            <a:pPr>
              <a:defRPr sz="2025" b="0">
                <a:solidFill>
                  <a:srgbClr val="182C25"/>
                </a:solidFill>
                <a:latin typeface="Apple SD Gothic Neo"/>
                <a:ea typeface="Apple SD Gothic Neo"/>
                <a:cs typeface="Apple SD Gothic Neo"/>
              </a:defRPr>
            </a:pPr>
            <a:r>
              <a:rPr sz="2025" b="0">
                <a:solidFill>
                  <a:srgbClr val="182C25"/>
                </a:solidFill>
                <a:latin typeface="Apple SD Gothic Neo"/>
                <a:ea typeface="Apple SD Gothic Neo"/>
                <a:cs typeface="Apple SD Gothic Neo"/>
              </a:rPr>
              <a:t>확장·롤백은 조건 확인 후 검토</a:t>
            </a:r>
          </a:p>
        </p:txBody>
      </p:sp>
      <p:pic>
        <p:nvPicPr>
          <p:cNvPr id="11" name="">
            <a:extLst xmlns:a="http://schemas.openxmlformats.org/drawingml/2006/main">
              <a:ext uri="{FF2B5EF4-FFF2-40B4-BE49-F238E27FC236}">
                <a16:creationId xmlns:a16="http://schemas.microsoft.com/office/drawing/2014/main" id="{DC6F156B-965A-4FA3-98CC-326DDF9DE676}"/>
              </a:ext>
            </a:extLst>
          </p:cNvPr>
          <p:cNvPicPr>
            <a:picLocks xmlns:a="http://schemas.openxmlformats.org/drawingml/2006/main" noChangeAspect="1"/>
          </p:cNvPicPr>
          <p:nvPr/>
        </p:nvPicPr>
        <p:blipFill>
          <a:blip xmlns:r="http://schemas.openxmlformats.org/officeDocument/2006/relationships" xmlns:a="http://schemas.openxmlformats.org/drawingml/2006/main" r:embed="Rf569f3b9156d42a4"/>
          <a:stretch xmlns:a="http://schemas.openxmlformats.org/drawingml/2006/main"/>
        </p:blipFill>
        <p:spPr>
          <a:xfrm xmlns:a="http://schemas.openxmlformats.org/drawingml/2006/main">
            <a:off x="6588836" y="1657350"/>
            <a:ext cx="4634079" cy="4486275"/>
          </a:xfrm>
          <a:prstGeom xmlns:a="http://schemas.openxmlformats.org/drawingml/2006/main" prst="rect">
            <a:avLst/>
          </a:prstGeom>
        </p:spPr>
      </p:pic>
    </p:spTree>
    <p:extLst>
      <p:ext uri="{BB962C8B-B14F-4D97-AF65-F5344CB8AC3E}">
        <p14:creationId xmlns:p14="http://schemas.microsoft.com/office/powerpoint/2010/main" val="1359062400"/>
      </p:ext>
    </p:extLst>
  </p:cSld>
</p:sld>
</file>

<file path=ppt/slides/slide6.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8" name="개선 3 / 고정 사례 비교">
            <a:extLst xmlns:a="http://schemas.openxmlformats.org/drawingml/2006/main">
              <a:ext uri="{FF2B5EF4-FFF2-40B4-BE49-F238E27FC236}">
                <a16:creationId xmlns:a16="http://schemas.microsoft.com/office/drawing/2014/main" id="{5E1D77C8-00A6-46FF-8BC4-8FC8E3479766}"/>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개선 3 / 고정 사례 비교</a:t>
            </a:r>
          </a:p>
        </p:txBody>
      </p:sp>
      <p:sp>
        <p:nvSpPr>
          <p:cNvPr id="2" name="퍼센트 인용 검사와 실패 처리">
            <a:extLst xmlns:a="http://schemas.openxmlformats.org/drawingml/2006/main">
              <a:ext uri="{FF2B5EF4-FFF2-40B4-BE49-F238E27FC236}">
                <a16:creationId xmlns:a16="http://schemas.microsoft.com/office/drawing/2014/main" id="{E330830B-C8AB-4445-938C-7F5E4EEB86CB}"/>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퍼센트 인용 검사와 실패 처리</a:t>
            </a:r>
          </a:p>
        </p:txBody>
      </p:sp>
      <p:sp>
        <p:nvSpPr>
          <p:cNvPr id="3" name="INCIDENT RESPONSE AGENT">
            <a:extLst xmlns:a="http://schemas.openxmlformats.org/drawingml/2006/main">
              <a:ext uri="{FF2B5EF4-FFF2-40B4-BE49-F238E27FC236}">
                <a16:creationId xmlns:a16="http://schemas.microsoft.com/office/drawing/2014/main" id="{7FD0C904-D90F-45F0-AA3B-0E6BA599BB42}"/>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06">
            <a:extLst xmlns:a="http://schemas.openxmlformats.org/drawingml/2006/main">
              <a:ext uri="{FF2B5EF4-FFF2-40B4-BE49-F238E27FC236}">
                <a16:creationId xmlns:a16="http://schemas.microsoft.com/office/drawing/2014/main" id="{F17BC706-CE28-47A8-9168-D346A0072CEE}"/>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06</a:t>
            </a:r>
          </a:p>
        </p:txBody>
      </p:sp>
      <p:graphicFrame>
        <p:nvGraphicFramePr>
          <p:cNvPr id="5" name="">
            <a:extLst xmlns:a="http://schemas.openxmlformats.org/drawingml/2006/main">
              <a:ext uri="{FF2B5EF4-FFF2-40B4-BE49-F238E27FC236}">
                <a16:creationId xmlns:a16="http://schemas.microsoft.com/office/drawing/2014/main" id="{FEE91CD6-43BF-4773-A295-1D984ABF3AD3}"/>
              </a:ext>
            </a:extLst>
          </p:cNvPr>
          <p:cNvGraphicFramePr/>
          <p:nvPr/>
        </p:nvGraphicFramePr>
        <p:xfrm>
          <a:off xmlns:a="http://schemas.openxmlformats.org/drawingml/2006/main" x="609600" y="1695450"/>
          <a:ext xmlns:a="http://schemas.openxmlformats.org/drawingml/2006/main" cx="10972800" cy="3371850"/>
        </p:xfrm>
        <a:graphic xmlns:a="http://schemas.openxmlformats.org/drawingml/2006/main">
          <a:graphicData uri="http://schemas.openxmlformats.org/drawingml/2006/table">
            <a:tbl>
              <a:tblPr/>
              <a:tblGrid>
                <a:gridCol w="6096000"/>
                <a:gridCol w="2438400"/>
                <a:gridCol w="2438400"/>
              </a:tblGrid>
              <a:tr h="674370">
                <a:tc>
                  <a:txBody>
                    <a:bodyPr/>
                    <a:lstStyle/>
                    <a:p>
                      <a:r>
                        <a:rPr sz="1950" b="1">
                          <a:solidFill>
                            <a:srgbClr val="FFFFFF"/>
                          </a:solidFill>
                          <a:latin typeface="Apple SD Gothic Neo"/>
                          <a:ea typeface="Apple SD Gothic Neo"/>
                          <a:cs typeface="Apple SD Gothic Neo"/>
                        </a:rPr>
                        <a:t>고정 사례</a:t>
                      </a:r>
                    </a:p>
                  </a:txBody>
                  <a:tcPr marL="152400" marR="152400" marT="114300" marB="114300" anchor="ctr">
                    <a:lnL w="9525">
                      <a:solidFill>
                        <a:srgbClr val="CFDCD3"/>
                      </a:solidFill>
                      <a:prstDash val="solid"/>
                    </a:lnL>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950" b="1">
                          <a:solidFill>
                            <a:srgbClr val="FFFFFF"/>
                          </a:solidFill>
                          <a:latin typeface="Apple SD Gothic Neo"/>
                          <a:ea typeface="Apple SD Gothic Neo"/>
                          <a:cs typeface="Apple SD Gothic Neo"/>
                        </a:rPr>
                        <a:t>원본</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950" b="1">
                          <a:solidFill>
                            <a:srgbClr val="FFFFFF"/>
                          </a:solidFill>
                          <a:latin typeface="Apple SD Gothic Neo"/>
                          <a:ea typeface="Apple SD Gothic Neo"/>
                          <a:cs typeface="Apple SD Gothic Neo"/>
                        </a:rPr>
                        <a:t>개선본</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r>
              <a:tr h="674370">
                <a:tc>
                  <a:txBody>
                    <a:bodyPr/>
                    <a:lstStyle/>
                    <a:p>
                      <a:r>
                        <a:rPr sz="1950" b="0">
                          <a:solidFill>
                            <a:srgbClr val="182C25"/>
                          </a:solidFill>
                          <a:latin typeface="Apple SD Gothic Neo"/>
                          <a:ea typeface="Apple SD Gothic Neo"/>
                          <a:cs typeface="Apple SD Gothic Neo"/>
                        </a:rPr>
                        <a:t>미등록인데 조사 진행</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950" b="0">
                          <a:solidFill>
                            <a:srgbClr val="182C25"/>
                          </a:solidFill>
                          <a:latin typeface="Apple SD Gothic Neo"/>
                          <a:ea typeface="Apple SD Gothic Neo"/>
                          <a:cs typeface="Apple SD Gothic Neo"/>
                        </a:rPr>
                        <a:t>4 / 4건</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950" b="0">
                          <a:solidFill>
                            <a:srgbClr val="182C25"/>
                          </a:solidFill>
                          <a:latin typeface="Apple SD Gothic Neo"/>
                          <a:ea typeface="Apple SD Gothic Neo"/>
                          <a:cs typeface="Apple SD Gothic Neo"/>
                        </a:rPr>
                        <a:t>0 / 4건</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674370">
                <a:tc>
                  <a:txBody>
                    <a:bodyPr/>
                    <a:lstStyle/>
                    <a:p>
                      <a:r>
                        <a:rPr sz="1950" b="0">
                          <a:solidFill>
                            <a:srgbClr val="182C25"/>
                          </a:solidFill>
                          <a:latin typeface="Apple SD Gothic Neo"/>
                          <a:ea typeface="Apple SD Gothic Neo"/>
                          <a:cs typeface="Apple SD Gothic Neo"/>
                        </a:rPr>
                        <a:t>근거 없는 퍼센트 통과</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1950" b="0">
                          <a:solidFill>
                            <a:srgbClr val="182C25"/>
                          </a:solidFill>
                          <a:latin typeface="Apple SD Gothic Neo"/>
                          <a:ea typeface="Apple SD Gothic Neo"/>
                          <a:cs typeface="Apple SD Gothic Neo"/>
                        </a:rPr>
                        <a:t>3 / 3건</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c>
                  <a:txBody>
                    <a:bodyPr/>
                    <a:lstStyle/>
                    <a:p>
                      <a:r>
                        <a:rPr sz="1950" b="0">
                          <a:solidFill>
                            <a:srgbClr val="182C25"/>
                          </a:solidFill>
                          <a:latin typeface="Apple SD Gothic Neo"/>
                          <a:ea typeface="Apple SD Gothic Neo"/>
                          <a:cs typeface="Apple SD Gothic Neo"/>
                        </a:rPr>
                        <a:t>0 / 3건</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r h="674370">
                <a:tc>
                  <a:txBody>
                    <a:bodyPr/>
                    <a:lstStyle/>
                    <a:p>
                      <a:r>
                        <a:rPr sz="1950" b="0">
                          <a:solidFill>
                            <a:srgbClr val="182C25"/>
                          </a:solidFill>
                          <a:latin typeface="Apple SD Gothic Neo"/>
                          <a:ea typeface="Apple SD Gothic Neo"/>
                          <a:cs typeface="Apple SD Gothic Neo"/>
                        </a:rPr>
                        <a:t>정확한 퍼센트 인용 통과</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950" b="0">
                          <a:solidFill>
                            <a:srgbClr val="182C25"/>
                          </a:solidFill>
                          <a:latin typeface="Apple SD Gothic Neo"/>
                          <a:ea typeface="Apple SD Gothic Neo"/>
                          <a:cs typeface="Apple SD Gothic Neo"/>
                        </a:rPr>
                        <a:t>3 / 3건</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950" b="0">
                          <a:solidFill>
                            <a:srgbClr val="182C25"/>
                          </a:solidFill>
                          <a:latin typeface="Apple SD Gothic Neo"/>
                          <a:ea typeface="Apple SD Gothic Neo"/>
                          <a:cs typeface="Apple SD Gothic Neo"/>
                        </a:rPr>
                        <a:t>3 / 3건</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674370">
                <a:tc>
                  <a:txBody>
                    <a:bodyPr/>
                    <a:lstStyle/>
                    <a:p>
                      <a:r>
                        <a:rPr sz="1950" b="0">
                          <a:solidFill>
                            <a:srgbClr val="182C25"/>
                          </a:solidFill>
                          <a:latin typeface="Apple SD Gothic Neo"/>
                          <a:ea typeface="Apple SD Gothic Neo"/>
                          <a:cs typeface="Apple SD Gothic Neo"/>
                        </a:rPr>
                        <a:t>지표 귀속·초 단위 오답 통과</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1950" b="0">
                          <a:solidFill>
                            <a:srgbClr val="182C25"/>
                          </a:solidFill>
                          <a:latin typeface="Apple SD Gothic Neo"/>
                          <a:ea typeface="Apple SD Gothic Neo"/>
                          <a:cs typeface="Apple SD Gothic Neo"/>
                        </a:rPr>
                        <a:t>2 / 2건</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c>
                  <a:txBody>
                    <a:bodyPr/>
                    <a:lstStyle/>
                    <a:p>
                      <a:r>
                        <a:rPr sz="1950" b="0">
                          <a:solidFill>
                            <a:srgbClr val="182C25"/>
                          </a:solidFill>
                          <a:latin typeface="Apple SD Gothic Neo"/>
                          <a:ea typeface="Apple SD Gothic Neo"/>
                          <a:cs typeface="Apple SD Gothic Neo"/>
                        </a:rPr>
                        <a:t>2 / 2건</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bl>
          </a:graphicData>
        </a:graphic>
      </p:graphicFrame>
      <p:sp>
        <p:nvSpPr>
          <p:cNvPr id="6" name="3회 실패 시 잘못된 초안의 강제 합격을 없애고 수집 상태만 안내합니다.">
            <a:extLst xmlns:a="http://schemas.openxmlformats.org/drawingml/2006/main">
              <a:ext uri="{FF2B5EF4-FFF2-40B4-BE49-F238E27FC236}">
                <a16:creationId xmlns:a16="http://schemas.microsoft.com/office/drawing/2014/main" id="{9FA4C9A4-2C64-4DE6-8F4B-0B2E103F5EB1}"/>
              </a:ext>
            </a:extLst>
          </p:cNvPr>
          <p:cNvSpPr>
            <a:spLocks xmlns:a="http://schemas.openxmlformats.org/drawingml/2006/main" noGrp="1"/>
          </p:cNvSpPr>
          <p:nvPr/>
        </p:nvSpPr>
        <p:spPr>
          <a:xfrm xmlns:a="http://schemas.openxmlformats.org/drawingml/2006/main">
            <a:off x="609600" y="5391150"/>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182C25"/>
                </a:solidFill>
                <a:latin typeface="Apple SD Gothic Neo"/>
                <a:ea typeface="Apple SD Gothic Neo"/>
                <a:cs typeface="Apple SD Gothic Neo"/>
              </a:defRPr>
            </a:defPPr>
            <a:lvl1pPr>
              <a:defRPr sz="1875" b="1">
                <a:solidFill>
                  <a:srgbClr val="182C25"/>
                </a:solidFill>
                <a:latin typeface="Apple SD Gothic Neo"/>
                <a:ea typeface="Apple SD Gothic Neo"/>
                <a:cs typeface="Apple SD Gothic Neo"/>
              </a:defRPr>
            </a:lvl1pPr>
            <a:lvl2pPr>
              <a:defRPr sz="1875" b="1">
                <a:solidFill>
                  <a:srgbClr val="182C25"/>
                </a:solidFill>
                <a:latin typeface="Apple SD Gothic Neo"/>
                <a:ea typeface="Apple SD Gothic Neo"/>
                <a:cs typeface="Apple SD Gothic Neo"/>
              </a:defRPr>
            </a:lvl2pPr>
            <a:lvl3pPr>
              <a:defRPr sz="1875" b="1">
                <a:solidFill>
                  <a:srgbClr val="182C25"/>
                </a:solidFill>
                <a:latin typeface="Apple SD Gothic Neo"/>
                <a:ea typeface="Apple SD Gothic Neo"/>
                <a:cs typeface="Apple SD Gothic Neo"/>
              </a:defRPr>
            </a:lvl3pPr>
            <a:lvl4pPr>
              <a:defRPr sz="1875" b="1">
                <a:solidFill>
                  <a:srgbClr val="182C25"/>
                </a:solidFill>
                <a:latin typeface="Apple SD Gothic Neo"/>
                <a:ea typeface="Apple SD Gothic Neo"/>
                <a:cs typeface="Apple SD Gothic Neo"/>
              </a:defRPr>
            </a:lvl4pPr>
            <a:lvl5pPr>
              <a:defRPr sz="1875" b="1">
                <a:solidFill>
                  <a:srgbClr val="182C25"/>
                </a:solidFill>
                <a:latin typeface="Apple SD Gothic Neo"/>
                <a:ea typeface="Apple SD Gothic Neo"/>
                <a:cs typeface="Apple SD Gothic Neo"/>
              </a:defRPr>
            </a:lvl5pPr>
            <a:lvl6pPr>
              <a:defRPr sz="1875" b="1">
                <a:solidFill>
                  <a:srgbClr val="182C25"/>
                </a:solidFill>
                <a:latin typeface="Apple SD Gothic Neo"/>
                <a:ea typeface="Apple SD Gothic Neo"/>
                <a:cs typeface="Apple SD Gothic Neo"/>
              </a:defRPr>
            </a:lvl6pPr>
            <a:lvl7pPr>
              <a:defRPr sz="1875" b="1">
                <a:solidFill>
                  <a:srgbClr val="182C25"/>
                </a:solidFill>
                <a:latin typeface="Apple SD Gothic Neo"/>
                <a:ea typeface="Apple SD Gothic Neo"/>
                <a:cs typeface="Apple SD Gothic Neo"/>
              </a:defRPr>
            </a:lvl7pPr>
            <a:lvl8pPr>
              <a:defRPr sz="1875" b="1">
                <a:solidFill>
                  <a:srgbClr val="182C25"/>
                </a:solidFill>
                <a:latin typeface="Apple SD Gothic Neo"/>
                <a:ea typeface="Apple SD Gothic Neo"/>
                <a:cs typeface="Apple SD Gothic Neo"/>
              </a:defRPr>
            </a:lvl8pPr>
            <a:lvl9pPr>
              <a:defRPr sz="1875" b="1">
                <a:solidFill>
                  <a:srgbClr val="182C25"/>
                </a:solidFill>
                <a:latin typeface="Apple SD Gothic Neo"/>
                <a:ea typeface="Apple SD Gothic Neo"/>
                <a:cs typeface="Apple SD Gothic Neo"/>
              </a:defRPr>
            </a:lvl9pPr>
          </a:lstStyle>
          <a:p xmlns:a="http://schemas.openxmlformats.org/drawingml/2006/main">
            <a:pPr>
              <a:defRPr sz="1875" b="1">
                <a:solidFill>
                  <a:srgbClr val="182C25"/>
                </a:solidFill>
                <a:latin typeface="Apple SD Gothic Neo"/>
                <a:ea typeface="Apple SD Gothic Neo"/>
                <a:cs typeface="Apple SD Gothic Neo"/>
              </a:defRPr>
            </a:pPr>
            <a:r>
              <a:rPr sz="1875" b="1">
                <a:solidFill>
                  <a:srgbClr val="182C25"/>
                </a:solidFill>
                <a:latin typeface="Apple SD Gothic Neo"/>
                <a:ea typeface="Apple SD Gothic Neo"/>
                <a:cs typeface="Apple SD Gothic Neo"/>
              </a:rPr>
              <a:t>3회 실패 시 잘못된 초안의 강제 합격을 없애고 수집 상태만 안내합니다.</a:t>
            </a:r>
          </a:p>
        </p:txBody>
      </p:sp>
      <p:sp>
        <p:nvSpPr>
          <p:cNvPr id="7" name="LLM 미사용 규칙 실험입니다. 수치의 지표 귀속·시간 단위는 자동 보장하지 않습">
            <a:extLst xmlns:a="http://schemas.openxmlformats.org/drawingml/2006/main">
              <a:ext uri="{FF2B5EF4-FFF2-40B4-BE49-F238E27FC236}">
                <a16:creationId xmlns:a16="http://schemas.microsoft.com/office/drawing/2014/main" id="{3D14C84A-BB32-428B-A53C-0B611E73A06F}"/>
              </a:ext>
            </a:extLst>
          </p:cNvPr>
          <p:cNvSpPr>
            <a:spLocks xmlns:a="http://schemas.openxmlformats.org/drawingml/2006/main" noGrp="1"/>
          </p:cNvSpPr>
          <p:nvPr/>
        </p:nvSpPr>
        <p:spPr>
          <a:xfrm xmlns:a="http://schemas.openxmlformats.org/drawingml/2006/main">
            <a:off x="609600" y="590550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65C"/>
                </a:solidFill>
                <a:latin typeface="Apple SD Gothic Neo"/>
                <a:ea typeface="Apple SD Gothic Neo"/>
                <a:cs typeface="Apple SD Gothic Neo"/>
              </a:defRPr>
            </a:defPPr>
            <a:lvl1pPr>
              <a:defRPr sz="1725" b="0">
                <a:solidFill>
                  <a:srgbClr val="52665C"/>
                </a:solidFill>
                <a:latin typeface="Apple SD Gothic Neo"/>
                <a:ea typeface="Apple SD Gothic Neo"/>
                <a:cs typeface="Apple SD Gothic Neo"/>
              </a:defRPr>
            </a:lvl1pPr>
            <a:lvl2pPr>
              <a:defRPr sz="1725" b="0">
                <a:solidFill>
                  <a:srgbClr val="52665C"/>
                </a:solidFill>
                <a:latin typeface="Apple SD Gothic Neo"/>
                <a:ea typeface="Apple SD Gothic Neo"/>
                <a:cs typeface="Apple SD Gothic Neo"/>
              </a:defRPr>
            </a:lvl2pPr>
            <a:lvl3pPr>
              <a:defRPr sz="1725" b="0">
                <a:solidFill>
                  <a:srgbClr val="52665C"/>
                </a:solidFill>
                <a:latin typeface="Apple SD Gothic Neo"/>
                <a:ea typeface="Apple SD Gothic Neo"/>
                <a:cs typeface="Apple SD Gothic Neo"/>
              </a:defRPr>
            </a:lvl3pPr>
            <a:lvl4pPr>
              <a:defRPr sz="1725" b="0">
                <a:solidFill>
                  <a:srgbClr val="52665C"/>
                </a:solidFill>
                <a:latin typeface="Apple SD Gothic Neo"/>
                <a:ea typeface="Apple SD Gothic Neo"/>
                <a:cs typeface="Apple SD Gothic Neo"/>
              </a:defRPr>
            </a:lvl4pPr>
            <a:lvl5pPr>
              <a:defRPr sz="1725" b="0">
                <a:solidFill>
                  <a:srgbClr val="52665C"/>
                </a:solidFill>
                <a:latin typeface="Apple SD Gothic Neo"/>
                <a:ea typeface="Apple SD Gothic Neo"/>
                <a:cs typeface="Apple SD Gothic Neo"/>
              </a:defRPr>
            </a:lvl5pPr>
            <a:lvl6pPr>
              <a:defRPr sz="1725" b="0">
                <a:solidFill>
                  <a:srgbClr val="52665C"/>
                </a:solidFill>
                <a:latin typeface="Apple SD Gothic Neo"/>
                <a:ea typeface="Apple SD Gothic Neo"/>
                <a:cs typeface="Apple SD Gothic Neo"/>
              </a:defRPr>
            </a:lvl6pPr>
            <a:lvl7pPr>
              <a:defRPr sz="1725" b="0">
                <a:solidFill>
                  <a:srgbClr val="52665C"/>
                </a:solidFill>
                <a:latin typeface="Apple SD Gothic Neo"/>
                <a:ea typeface="Apple SD Gothic Neo"/>
                <a:cs typeface="Apple SD Gothic Neo"/>
              </a:defRPr>
            </a:lvl7pPr>
            <a:lvl8pPr>
              <a:defRPr sz="1725" b="0">
                <a:solidFill>
                  <a:srgbClr val="52665C"/>
                </a:solidFill>
                <a:latin typeface="Apple SD Gothic Neo"/>
                <a:ea typeface="Apple SD Gothic Neo"/>
                <a:cs typeface="Apple SD Gothic Neo"/>
              </a:defRPr>
            </a:lvl8pPr>
            <a:lvl9pPr>
              <a:defRPr sz="1725" b="0">
                <a:solidFill>
                  <a:srgbClr val="52665C"/>
                </a:solidFill>
                <a:latin typeface="Apple SD Gothic Neo"/>
                <a:ea typeface="Apple SD Gothic Neo"/>
                <a:cs typeface="Apple SD Gothic Neo"/>
              </a:defRPr>
            </a:lvl9pPr>
          </a:lstStyle>
          <a:p xmlns:a="http://schemas.openxmlformats.org/drawingml/2006/main">
            <a:pPr>
              <a:defRPr sz="1725" b="0">
                <a:solidFill>
                  <a:srgbClr val="52665C"/>
                </a:solidFill>
                <a:latin typeface="Apple SD Gothic Neo"/>
                <a:ea typeface="Apple SD Gothic Neo"/>
                <a:cs typeface="Apple SD Gothic Neo"/>
              </a:defRPr>
            </a:pPr>
            <a:r>
              <a:rPr sz="1725" b="0">
                <a:solidFill>
                  <a:srgbClr val="52665C"/>
                </a:solidFill>
                <a:latin typeface="Apple SD Gothic Neo"/>
                <a:ea typeface="Apple SD Gothic Neo"/>
                <a:cs typeface="Apple SD Gothic Neo"/>
              </a:rPr>
              <a:t>LLM 미사용 규칙 실험입니다. 수치의 지표 귀속·시간 단위는 자동 보장하지 않습니다.</a:t>
            </a:r>
          </a:p>
        </p:txBody>
      </p:sp>
    </p:spTree>
    <p:extLst>
      <p:ext uri="{BB962C8B-B14F-4D97-AF65-F5344CB8AC3E}">
        <p14:creationId xmlns:p14="http://schemas.microsoft.com/office/powerpoint/2010/main" val="1694065097"/>
      </p:ext>
    </p:extLst>
  </p:cSld>
</p:sld>
</file>

<file path=ppt/slides/slide7.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11" name="사용자 화면">
            <a:extLst xmlns:a="http://schemas.openxmlformats.org/drawingml/2006/main">
              <a:ext uri="{FF2B5EF4-FFF2-40B4-BE49-F238E27FC236}">
                <a16:creationId xmlns:a16="http://schemas.microsoft.com/office/drawing/2014/main" id="{99DF45CC-087A-452F-8842-F51DF35FAE63}"/>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사용자 화면</a:t>
            </a:r>
          </a:p>
        </p:txBody>
      </p:sp>
      <p:sp>
        <p:nvSpPr>
          <p:cNvPr id="2" name="채팅 입력과 응답 상태 개선">
            <a:extLst xmlns:a="http://schemas.openxmlformats.org/drawingml/2006/main">
              <a:ext uri="{FF2B5EF4-FFF2-40B4-BE49-F238E27FC236}">
                <a16:creationId xmlns:a16="http://schemas.microsoft.com/office/drawing/2014/main" id="{EF0BE719-983B-45FC-A86F-2942D617A80D}"/>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채팅 입력과 응답 상태 개선</a:t>
            </a:r>
          </a:p>
        </p:txBody>
      </p:sp>
      <p:sp>
        <p:nvSpPr>
          <p:cNvPr id="3" name="INCIDENT RESPONSE AGENT">
            <a:extLst xmlns:a="http://schemas.openxmlformats.org/drawingml/2006/main">
              <a:ext uri="{FF2B5EF4-FFF2-40B4-BE49-F238E27FC236}">
                <a16:creationId xmlns:a16="http://schemas.microsoft.com/office/drawing/2014/main" id="{9CCBABCD-AE6B-42A7-A3E5-B71C95707158}"/>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07">
            <a:extLst xmlns:a="http://schemas.openxmlformats.org/drawingml/2006/main">
              <a:ext uri="{FF2B5EF4-FFF2-40B4-BE49-F238E27FC236}">
                <a16:creationId xmlns:a16="http://schemas.microsoft.com/office/drawing/2014/main" id="{309263E4-8F30-4022-9BD1-3124ED4A6838}"/>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07</a:t>
            </a:r>
          </a:p>
        </p:txBody>
      </p:sp>
      <p:pic>
        <p:nvPicPr>
          <p:cNvPr id="5" name="">
            <a:extLst xmlns:a="http://schemas.openxmlformats.org/drawingml/2006/main">
              <a:ext uri="{FF2B5EF4-FFF2-40B4-BE49-F238E27FC236}">
                <a16:creationId xmlns:a16="http://schemas.microsoft.com/office/drawing/2014/main" id="{0144B2A1-78E7-4C9F-BFBA-6E37697F4706}"/>
              </a:ext>
            </a:extLst>
          </p:cNvPr>
          <p:cNvPicPr>
            <a:picLocks xmlns:a="http://schemas.openxmlformats.org/drawingml/2006/main" noChangeAspect="1"/>
          </p:cNvPicPr>
          <p:nvPr/>
        </p:nvPicPr>
        <p:blipFill>
          <a:blip xmlns:r="http://schemas.openxmlformats.org/officeDocument/2006/relationships" xmlns:a="http://schemas.openxmlformats.org/drawingml/2006/main" r:embed="R77fcc496c5844846"/>
          <a:stretch xmlns:a="http://schemas.openxmlformats.org/drawingml/2006/main"/>
        </p:blipFill>
        <p:spPr>
          <a:xfrm xmlns:a="http://schemas.openxmlformats.org/drawingml/2006/main">
            <a:off x="1054811" y="1657350"/>
            <a:ext cx="4634079" cy="4486275"/>
          </a:xfrm>
          <a:prstGeom xmlns:a="http://schemas.openxmlformats.org/drawingml/2006/main" prst="rect">
            <a:avLst/>
          </a:prstGeom>
        </p:spPr>
      </p:pic>
      <p:sp>
        <p:nvSpPr>
          <p:cNvPr id="6" name="예시 질문과 여러 줄 입력">
            <a:extLst xmlns:a="http://schemas.openxmlformats.org/drawingml/2006/main">
              <a:ext uri="{FF2B5EF4-FFF2-40B4-BE49-F238E27FC236}">
                <a16:creationId xmlns:a16="http://schemas.microsoft.com/office/drawing/2014/main" id="{0EF1FEE8-2E98-40FE-9A21-17C7598A8248}"/>
              </a:ext>
            </a:extLst>
          </p:cNvPr>
          <p:cNvSpPr>
            <a:spLocks xmlns:a="http://schemas.openxmlformats.org/drawingml/2006/main" noGrp="1"/>
          </p:cNvSpPr>
          <p:nvPr/>
        </p:nvSpPr>
        <p:spPr>
          <a:xfrm xmlns:a="http://schemas.openxmlformats.org/drawingml/2006/main">
            <a:off x="6686550" y="1857375"/>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28644F"/>
                </a:solidFill>
                <a:latin typeface="Apple SD Gothic Neo"/>
                <a:ea typeface="Apple SD Gothic Neo"/>
                <a:cs typeface="Apple SD Gothic Neo"/>
              </a:defRPr>
            </a:defPPr>
            <a:lvl1pPr>
              <a:defRPr sz="2250" b="1">
                <a:solidFill>
                  <a:srgbClr val="28644F"/>
                </a:solidFill>
                <a:latin typeface="Apple SD Gothic Neo"/>
                <a:ea typeface="Apple SD Gothic Neo"/>
                <a:cs typeface="Apple SD Gothic Neo"/>
              </a:defRPr>
            </a:lvl1pPr>
            <a:lvl2pPr>
              <a:defRPr sz="2250" b="1">
                <a:solidFill>
                  <a:srgbClr val="28644F"/>
                </a:solidFill>
                <a:latin typeface="Apple SD Gothic Neo"/>
                <a:ea typeface="Apple SD Gothic Neo"/>
                <a:cs typeface="Apple SD Gothic Neo"/>
              </a:defRPr>
            </a:lvl2pPr>
            <a:lvl3pPr>
              <a:defRPr sz="2250" b="1">
                <a:solidFill>
                  <a:srgbClr val="28644F"/>
                </a:solidFill>
                <a:latin typeface="Apple SD Gothic Neo"/>
                <a:ea typeface="Apple SD Gothic Neo"/>
                <a:cs typeface="Apple SD Gothic Neo"/>
              </a:defRPr>
            </a:lvl3pPr>
            <a:lvl4pPr>
              <a:defRPr sz="2250" b="1">
                <a:solidFill>
                  <a:srgbClr val="28644F"/>
                </a:solidFill>
                <a:latin typeface="Apple SD Gothic Neo"/>
                <a:ea typeface="Apple SD Gothic Neo"/>
                <a:cs typeface="Apple SD Gothic Neo"/>
              </a:defRPr>
            </a:lvl4pPr>
            <a:lvl5pPr>
              <a:defRPr sz="2250" b="1">
                <a:solidFill>
                  <a:srgbClr val="28644F"/>
                </a:solidFill>
                <a:latin typeface="Apple SD Gothic Neo"/>
                <a:ea typeface="Apple SD Gothic Neo"/>
                <a:cs typeface="Apple SD Gothic Neo"/>
              </a:defRPr>
            </a:lvl5pPr>
            <a:lvl6pPr>
              <a:defRPr sz="2250" b="1">
                <a:solidFill>
                  <a:srgbClr val="28644F"/>
                </a:solidFill>
                <a:latin typeface="Apple SD Gothic Neo"/>
                <a:ea typeface="Apple SD Gothic Neo"/>
                <a:cs typeface="Apple SD Gothic Neo"/>
              </a:defRPr>
            </a:lvl6pPr>
            <a:lvl7pPr>
              <a:defRPr sz="2250" b="1">
                <a:solidFill>
                  <a:srgbClr val="28644F"/>
                </a:solidFill>
                <a:latin typeface="Apple SD Gothic Neo"/>
                <a:ea typeface="Apple SD Gothic Neo"/>
                <a:cs typeface="Apple SD Gothic Neo"/>
              </a:defRPr>
            </a:lvl7pPr>
            <a:lvl8pPr>
              <a:defRPr sz="2250" b="1">
                <a:solidFill>
                  <a:srgbClr val="28644F"/>
                </a:solidFill>
                <a:latin typeface="Apple SD Gothic Neo"/>
                <a:ea typeface="Apple SD Gothic Neo"/>
                <a:cs typeface="Apple SD Gothic Neo"/>
              </a:defRPr>
            </a:lvl8pPr>
            <a:lvl9pPr>
              <a:defRPr sz="2250" b="1">
                <a:solidFill>
                  <a:srgbClr val="28644F"/>
                </a:solidFill>
                <a:latin typeface="Apple SD Gothic Neo"/>
                <a:ea typeface="Apple SD Gothic Neo"/>
                <a:cs typeface="Apple SD Gothic Neo"/>
              </a:defRPr>
            </a:lvl9pPr>
          </a:lstStyle>
          <a:p xmlns:a="http://schemas.openxmlformats.org/drawingml/2006/main">
            <a:pPr>
              <a:defRPr sz="2250" b="1">
                <a:solidFill>
                  <a:srgbClr val="28644F"/>
                </a:solidFill>
                <a:latin typeface="Apple SD Gothic Neo"/>
                <a:ea typeface="Apple SD Gothic Neo"/>
                <a:cs typeface="Apple SD Gothic Neo"/>
              </a:defRPr>
            </a:pPr>
            <a:r>
              <a:rPr sz="2250" b="1">
                <a:solidFill>
                  <a:srgbClr val="28644F"/>
                </a:solidFill>
                <a:latin typeface="Apple SD Gothic Neo"/>
                <a:ea typeface="Apple SD Gothic Neo"/>
                <a:cs typeface="Apple SD Gothic Neo"/>
              </a:rPr>
              <a:t>예시 질문과 여러 줄 입력</a:t>
            </a:r>
          </a:p>
        </p:txBody>
      </p:sp>
      <p:sp>
        <p:nvSpPr>
          <p:cNvPr id="7" name="한글 조합 중 Enter·중복 전송 방지">
            <a:extLst xmlns:a="http://schemas.openxmlformats.org/drawingml/2006/main">
              <a:ext uri="{FF2B5EF4-FFF2-40B4-BE49-F238E27FC236}">
                <a16:creationId xmlns:a16="http://schemas.microsoft.com/office/drawing/2014/main" id="{C1376961-6B86-43EC-9D64-B4D5D3E7DCAD}"/>
              </a:ext>
            </a:extLst>
          </p:cNvPr>
          <p:cNvSpPr>
            <a:spLocks xmlns:a="http://schemas.openxmlformats.org/drawingml/2006/main" noGrp="1"/>
          </p:cNvSpPr>
          <p:nvPr/>
        </p:nvSpPr>
        <p:spPr>
          <a:xfrm xmlns:a="http://schemas.openxmlformats.org/drawingml/2006/main">
            <a:off x="6686550" y="2419350"/>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82C25"/>
                </a:solidFill>
                <a:latin typeface="Apple SD Gothic Neo"/>
                <a:ea typeface="Apple SD Gothic Neo"/>
                <a:cs typeface="Apple SD Gothic Neo"/>
              </a:defRPr>
            </a:defPPr>
            <a:lvl1pPr>
              <a:defRPr sz="2025" b="0">
                <a:solidFill>
                  <a:srgbClr val="182C25"/>
                </a:solidFill>
                <a:latin typeface="Apple SD Gothic Neo"/>
                <a:ea typeface="Apple SD Gothic Neo"/>
                <a:cs typeface="Apple SD Gothic Neo"/>
              </a:defRPr>
            </a:lvl1pPr>
            <a:lvl2pPr>
              <a:defRPr sz="2025" b="0">
                <a:solidFill>
                  <a:srgbClr val="182C25"/>
                </a:solidFill>
                <a:latin typeface="Apple SD Gothic Neo"/>
                <a:ea typeface="Apple SD Gothic Neo"/>
                <a:cs typeface="Apple SD Gothic Neo"/>
              </a:defRPr>
            </a:lvl2pPr>
            <a:lvl3pPr>
              <a:defRPr sz="2025" b="0">
                <a:solidFill>
                  <a:srgbClr val="182C25"/>
                </a:solidFill>
                <a:latin typeface="Apple SD Gothic Neo"/>
                <a:ea typeface="Apple SD Gothic Neo"/>
                <a:cs typeface="Apple SD Gothic Neo"/>
              </a:defRPr>
            </a:lvl3pPr>
            <a:lvl4pPr>
              <a:defRPr sz="2025" b="0">
                <a:solidFill>
                  <a:srgbClr val="182C25"/>
                </a:solidFill>
                <a:latin typeface="Apple SD Gothic Neo"/>
                <a:ea typeface="Apple SD Gothic Neo"/>
                <a:cs typeface="Apple SD Gothic Neo"/>
              </a:defRPr>
            </a:lvl4pPr>
            <a:lvl5pPr>
              <a:defRPr sz="2025" b="0">
                <a:solidFill>
                  <a:srgbClr val="182C25"/>
                </a:solidFill>
                <a:latin typeface="Apple SD Gothic Neo"/>
                <a:ea typeface="Apple SD Gothic Neo"/>
                <a:cs typeface="Apple SD Gothic Neo"/>
              </a:defRPr>
            </a:lvl5pPr>
            <a:lvl6pPr>
              <a:defRPr sz="2025" b="0">
                <a:solidFill>
                  <a:srgbClr val="182C25"/>
                </a:solidFill>
                <a:latin typeface="Apple SD Gothic Neo"/>
                <a:ea typeface="Apple SD Gothic Neo"/>
                <a:cs typeface="Apple SD Gothic Neo"/>
              </a:defRPr>
            </a:lvl6pPr>
            <a:lvl7pPr>
              <a:defRPr sz="2025" b="0">
                <a:solidFill>
                  <a:srgbClr val="182C25"/>
                </a:solidFill>
                <a:latin typeface="Apple SD Gothic Neo"/>
                <a:ea typeface="Apple SD Gothic Neo"/>
                <a:cs typeface="Apple SD Gothic Neo"/>
              </a:defRPr>
            </a:lvl7pPr>
            <a:lvl8pPr>
              <a:defRPr sz="2025" b="0">
                <a:solidFill>
                  <a:srgbClr val="182C25"/>
                </a:solidFill>
                <a:latin typeface="Apple SD Gothic Neo"/>
                <a:ea typeface="Apple SD Gothic Neo"/>
                <a:cs typeface="Apple SD Gothic Neo"/>
              </a:defRPr>
            </a:lvl8pPr>
            <a:lvl9pPr>
              <a:defRPr sz="2025" b="0">
                <a:solidFill>
                  <a:srgbClr val="182C25"/>
                </a:solidFill>
                <a:latin typeface="Apple SD Gothic Neo"/>
                <a:ea typeface="Apple SD Gothic Neo"/>
                <a:cs typeface="Apple SD Gothic Neo"/>
              </a:defRPr>
            </a:lvl9pPr>
          </a:lstStyle>
          <a:p xmlns:a="http://schemas.openxmlformats.org/drawingml/2006/main">
            <a:pPr>
              <a:defRPr sz="2025" b="0">
                <a:solidFill>
                  <a:srgbClr val="182C25"/>
                </a:solidFill>
                <a:latin typeface="Apple SD Gothic Neo"/>
                <a:ea typeface="Apple SD Gothic Neo"/>
                <a:cs typeface="Apple SD Gothic Neo"/>
              </a:defRPr>
            </a:pPr>
            <a:r>
              <a:rPr sz="2025" b="0">
                <a:solidFill>
                  <a:srgbClr val="182C25"/>
                </a:solidFill>
                <a:latin typeface="Apple SD Gothic Neo"/>
                <a:ea typeface="Apple SD Gothic Neo"/>
                <a:cs typeface="Apple SD Gothic Neo"/>
              </a:rPr>
              <a:t>한글 조합 중 Enter·중복 전송 방지</a:t>
            </a:r>
          </a:p>
        </p:txBody>
      </p:sp>
      <p:sp>
        <p:nvSpPr>
          <p:cNvPr id="8" name="검증 전 초안과 최종 답변 구분">
            <a:extLst xmlns:a="http://schemas.openxmlformats.org/drawingml/2006/main">
              <a:ext uri="{FF2B5EF4-FFF2-40B4-BE49-F238E27FC236}">
                <a16:creationId xmlns:a16="http://schemas.microsoft.com/office/drawing/2014/main" id="{90E155C7-1F66-4DDA-983A-2765876BA13D}"/>
              </a:ext>
            </a:extLst>
          </p:cNvPr>
          <p:cNvSpPr>
            <a:spLocks xmlns:a="http://schemas.openxmlformats.org/drawingml/2006/main" noGrp="1"/>
          </p:cNvSpPr>
          <p:nvPr/>
        </p:nvSpPr>
        <p:spPr>
          <a:xfrm xmlns:a="http://schemas.openxmlformats.org/drawingml/2006/main">
            <a:off x="6686550" y="3333750"/>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28644F"/>
                </a:solidFill>
                <a:latin typeface="Apple SD Gothic Neo"/>
                <a:ea typeface="Apple SD Gothic Neo"/>
                <a:cs typeface="Apple SD Gothic Neo"/>
              </a:defRPr>
            </a:defPPr>
            <a:lvl1pPr>
              <a:defRPr sz="2250" b="1">
                <a:solidFill>
                  <a:srgbClr val="28644F"/>
                </a:solidFill>
                <a:latin typeface="Apple SD Gothic Neo"/>
                <a:ea typeface="Apple SD Gothic Neo"/>
                <a:cs typeface="Apple SD Gothic Neo"/>
              </a:defRPr>
            </a:lvl1pPr>
            <a:lvl2pPr>
              <a:defRPr sz="2250" b="1">
                <a:solidFill>
                  <a:srgbClr val="28644F"/>
                </a:solidFill>
                <a:latin typeface="Apple SD Gothic Neo"/>
                <a:ea typeface="Apple SD Gothic Neo"/>
                <a:cs typeface="Apple SD Gothic Neo"/>
              </a:defRPr>
            </a:lvl2pPr>
            <a:lvl3pPr>
              <a:defRPr sz="2250" b="1">
                <a:solidFill>
                  <a:srgbClr val="28644F"/>
                </a:solidFill>
                <a:latin typeface="Apple SD Gothic Neo"/>
                <a:ea typeface="Apple SD Gothic Neo"/>
                <a:cs typeface="Apple SD Gothic Neo"/>
              </a:defRPr>
            </a:lvl3pPr>
            <a:lvl4pPr>
              <a:defRPr sz="2250" b="1">
                <a:solidFill>
                  <a:srgbClr val="28644F"/>
                </a:solidFill>
                <a:latin typeface="Apple SD Gothic Neo"/>
                <a:ea typeface="Apple SD Gothic Neo"/>
                <a:cs typeface="Apple SD Gothic Neo"/>
              </a:defRPr>
            </a:lvl4pPr>
            <a:lvl5pPr>
              <a:defRPr sz="2250" b="1">
                <a:solidFill>
                  <a:srgbClr val="28644F"/>
                </a:solidFill>
                <a:latin typeface="Apple SD Gothic Neo"/>
                <a:ea typeface="Apple SD Gothic Neo"/>
                <a:cs typeface="Apple SD Gothic Neo"/>
              </a:defRPr>
            </a:lvl5pPr>
            <a:lvl6pPr>
              <a:defRPr sz="2250" b="1">
                <a:solidFill>
                  <a:srgbClr val="28644F"/>
                </a:solidFill>
                <a:latin typeface="Apple SD Gothic Neo"/>
                <a:ea typeface="Apple SD Gothic Neo"/>
                <a:cs typeface="Apple SD Gothic Neo"/>
              </a:defRPr>
            </a:lvl6pPr>
            <a:lvl7pPr>
              <a:defRPr sz="2250" b="1">
                <a:solidFill>
                  <a:srgbClr val="28644F"/>
                </a:solidFill>
                <a:latin typeface="Apple SD Gothic Neo"/>
                <a:ea typeface="Apple SD Gothic Neo"/>
                <a:cs typeface="Apple SD Gothic Neo"/>
              </a:defRPr>
            </a:lvl7pPr>
            <a:lvl8pPr>
              <a:defRPr sz="2250" b="1">
                <a:solidFill>
                  <a:srgbClr val="28644F"/>
                </a:solidFill>
                <a:latin typeface="Apple SD Gothic Neo"/>
                <a:ea typeface="Apple SD Gothic Neo"/>
                <a:cs typeface="Apple SD Gothic Neo"/>
              </a:defRPr>
            </a:lvl8pPr>
            <a:lvl9pPr>
              <a:defRPr sz="2250" b="1">
                <a:solidFill>
                  <a:srgbClr val="28644F"/>
                </a:solidFill>
                <a:latin typeface="Apple SD Gothic Neo"/>
                <a:ea typeface="Apple SD Gothic Neo"/>
                <a:cs typeface="Apple SD Gothic Neo"/>
              </a:defRPr>
            </a:lvl9pPr>
          </a:lstStyle>
          <a:p xmlns:a="http://schemas.openxmlformats.org/drawingml/2006/main">
            <a:pPr>
              <a:defRPr sz="2250" b="1">
                <a:solidFill>
                  <a:srgbClr val="28644F"/>
                </a:solidFill>
                <a:latin typeface="Apple SD Gothic Neo"/>
                <a:ea typeface="Apple SD Gothic Neo"/>
                <a:cs typeface="Apple SD Gothic Neo"/>
              </a:defRPr>
            </a:pPr>
            <a:r>
              <a:rPr sz="2250" b="1">
                <a:solidFill>
                  <a:srgbClr val="28644F"/>
                </a:solidFill>
                <a:latin typeface="Apple SD Gothic Neo"/>
                <a:ea typeface="Apple SD Gothic Neo"/>
                <a:cs typeface="Apple SD Gothic Neo"/>
              </a:rPr>
              <a:t>검증 전 초안과 최종 답변 구분</a:t>
            </a:r>
          </a:p>
        </p:txBody>
      </p:sp>
      <p:sp>
        <p:nvSpPr>
          <p:cNvPr id="9" name="연결 오류 안내와 수동 재입력&#10;복사·새 대화·읽던 위치 유지">
            <a:extLst xmlns:a="http://schemas.openxmlformats.org/drawingml/2006/main">
              <a:ext uri="{FF2B5EF4-FFF2-40B4-BE49-F238E27FC236}">
                <a16:creationId xmlns:a16="http://schemas.microsoft.com/office/drawing/2014/main" id="{D796F486-90CE-41D5-B005-088B18FF5A0A}"/>
              </a:ext>
            </a:extLst>
          </p:cNvPr>
          <p:cNvSpPr>
            <a:spLocks xmlns:a="http://schemas.openxmlformats.org/drawingml/2006/main" noGrp="1"/>
          </p:cNvSpPr>
          <p:nvPr/>
        </p:nvSpPr>
        <p:spPr>
          <a:xfrm xmlns:a="http://schemas.openxmlformats.org/drawingml/2006/main">
            <a:off x="6686550" y="438150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82C25"/>
                </a:solidFill>
                <a:latin typeface="Apple SD Gothic Neo"/>
                <a:ea typeface="Apple SD Gothic Neo"/>
                <a:cs typeface="Apple SD Gothic Neo"/>
              </a:defRPr>
            </a:defPPr>
            <a:lvl1pPr>
              <a:defRPr sz="2025" b="0">
                <a:solidFill>
                  <a:srgbClr val="182C25"/>
                </a:solidFill>
                <a:latin typeface="Apple SD Gothic Neo"/>
                <a:ea typeface="Apple SD Gothic Neo"/>
                <a:cs typeface="Apple SD Gothic Neo"/>
              </a:defRPr>
            </a:lvl1pPr>
            <a:lvl2pPr>
              <a:defRPr sz="2025" b="0">
                <a:solidFill>
                  <a:srgbClr val="182C25"/>
                </a:solidFill>
                <a:latin typeface="Apple SD Gothic Neo"/>
                <a:ea typeface="Apple SD Gothic Neo"/>
                <a:cs typeface="Apple SD Gothic Neo"/>
              </a:defRPr>
            </a:lvl2pPr>
            <a:lvl3pPr>
              <a:defRPr sz="2025" b="0">
                <a:solidFill>
                  <a:srgbClr val="182C25"/>
                </a:solidFill>
                <a:latin typeface="Apple SD Gothic Neo"/>
                <a:ea typeface="Apple SD Gothic Neo"/>
                <a:cs typeface="Apple SD Gothic Neo"/>
              </a:defRPr>
            </a:lvl3pPr>
            <a:lvl4pPr>
              <a:defRPr sz="2025" b="0">
                <a:solidFill>
                  <a:srgbClr val="182C25"/>
                </a:solidFill>
                <a:latin typeface="Apple SD Gothic Neo"/>
                <a:ea typeface="Apple SD Gothic Neo"/>
                <a:cs typeface="Apple SD Gothic Neo"/>
              </a:defRPr>
            </a:lvl4pPr>
            <a:lvl5pPr>
              <a:defRPr sz="2025" b="0">
                <a:solidFill>
                  <a:srgbClr val="182C25"/>
                </a:solidFill>
                <a:latin typeface="Apple SD Gothic Neo"/>
                <a:ea typeface="Apple SD Gothic Neo"/>
                <a:cs typeface="Apple SD Gothic Neo"/>
              </a:defRPr>
            </a:lvl5pPr>
            <a:lvl6pPr>
              <a:defRPr sz="2025" b="0">
                <a:solidFill>
                  <a:srgbClr val="182C25"/>
                </a:solidFill>
                <a:latin typeface="Apple SD Gothic Neo"/>
                <a:ea typeface="Apple SD Gothic Neo"/>
                <a:cs typeface="Apple SD Gothic Neo"/>
              </a:defRPr>
            </a:lvl6pPr>
            <a:lvl7pPr>
              <a:defRPr sz="2025" b="0">
                <a:solidFill>
                  <a:srgbClr val="182C25"/>
                </a:solidFill>
                <a:latin typeface="Apple SD Gothic Neo"/>
                <a:ea typeface="Apple SD Gothic Neo"/>
                <a:cs typeface="Apple SD Gothic Neo"/>
              </a:defRPr>
            </a:lvl7pPr>
            <a:lvl8pPr>
              <a:defRPr sz="2025" b="0">
                <a:solidFill>
                  <a:srgbClr val="182C25"/>
                </a:solidFill>
                <a:latin typeface="Apple SD Gothic Neo"/>
                <a:ea typeface="Apple SD Gothic Neo"/>
                <a:cs typeface="Apple SD Gothic Neo"/>
              </a:defRPr>
            </a:lvl8pPr>
            <a:lvl9pPr>
              <a:defRPr sz="2025" b="0">
                <a:solidFill>
                  <a:srgbClr val="182C25"/>
                </a:solidFill>
                <a:latin typeface="Apple SD Gothic Neo"/>
                <a:ea typeface="Apple SD Gothic Neo"/>
                <a:cs typeface="Apple SD Gothic Neo"/>
              </a:defRPr>
            </a:lvl9pPr>
          </a:lstStyle>
          <a:p xmlns:a="http://schemas.openxmlformats.org/drawingml/2006/main">
            <a:pPr>
              <a:defRPr sz="2025" b="0">
                <a:solidFill>
                  <a:srgbClr val="182C25"/>
                </a:solidFill>
                <a:latin typeface="Apple SD Gothic Neo"/>
                <a:ea typeface="Apple SD Gothic Neo"/>
                <a:cs typeface="Apple SD Gothic Neo"/>
              </a:defRPr>
            </a:pPr>
            <a:r>
              <a:rPr sz="2025" b="0">
                <a:solidFill>
                  <a:srgbClr val="182C25"/>
                </a:solidFill>
                <a:latin typeface="Apple SD Gothic Neo"/>
                <a:ea typeface="Apple SD Gothic Neo"/>
                <a:cs typeface="Apple SD Gothic Neo"/>
              </a:rPr>
              <a:t>연결 오류 안내와 수동 재입력</a:t>
            </a:r>
          </a:p>
          <a:p xmlns:a="http://schemas.openxmlformats.org/drawingml/2006/main">
            <a:pPr>
              <a:defRPr sz="2025" b="0">
                <a:solidFill>
                  <a:srgbClr val="182C25"/>
                </a:solidFill>
                <a:latin typeface="Apple SD Gothic Neo"/>
                <a:ea typeface="Apple SD Gothic Neo"/>
                <a:cs typeface="Apple SD Gothic Neo"/>
              </a:defRPr>
            </a:pPr>
            <a:r>
              <a:rPr sz="2025" b="0">
                <a:solidFill>
                  <a:srgbClr val="182C25"/>
                </a:solidFill>
                <a:latin typeface="Apple SD Gothic Neo"/>
                <a:ea typeface="Apple SD Gothic Neo"/>
                <a:cs typeface="Apple SD Gothic Neo"/>
              </a:rPr>
              <a:t>복사·새 대화·읽던 위치 유지</a:t>
            </a:r>
          </a:p>
        </p:txBody>
      </p:sp>
      <p:sp>
        <p:nvSpPr>
          <p:cNvPr id="10" name="실제 Chrome 확인, 프론트 이벤트 테스트 8개 통과">
            <a:extLst xmlns:a="http://schemas.openxmlformats.org/drawingml/2006/main">
              <a:ext uri="{FF2B5EF4-FFF2-40B4-BE49-F238E27FC236}">
                <a16:creationId xmlns:a16="http://schemas.microsoft.com/office/drawing/2014/main" id="{80CC2803-22F0-4906-BA1A-E33502346610}"/>
              </a:ext>
            </a:extLst>
          </p:cNvPr>
          <p:cNvSpPr>
            <a:spLocks xmlns:a="http://schemas.openxmlformats.org/drawingml/2006/main" noGrp="1"/>
          </p:cNvSpPr>
          <p:nvPr/>
        </p:nvSpPr>
        <p:spPr>
          <a:xfrm xmlns:a="http://schemas.openxmlformats.org/drawingml/2006/main">
            <a:off x="6686550" y="565785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65C"/>
                </a:solidFill>
                <a:latin typeface="Apple SD Gothic Neo"/>
                <a:ea typeface="Apple SD Gothic Neo"/>
                <a:cs typeface="Apple SD Gothic Neo"/>
              </a:defRPr>
            </a:defPPr>
            <a:lvl1pPr>
              <a:defRPr sz="1725" b="0">
                <a:solidFill>
                  <a:srgbClr val="52665C"/>
                </a:solidFill>
                <a:latin typeface="Apple SD Gothic Neo"/>
                <a:ea typeface="Apple SD Gothic Neo"/>
                <a:cs typeface="Apple SD Gothic Neo"/>
              </a:defRPr>
            </a:lvl1pPr>
            <a:lvl2pPr>
              <a:defRPr sz="1725" b="0">
                <a:solidFill>
                  <a:srgbClr val="52665C"/>
                </a:solidFill>
                <a:latin typeface="Apple SD Gothic Neo"/>
                <a:ea typeface="Apple SD Gothic Neo"/>
                <a:cs typeface="Apple SD Gothic Neo"/>
              </a:defRPr>
            </a:lvl2pPr>
            <a:lvl3pPr>
              <a:defRPr sz="1725" b="0">
                <a:solidFill>
                  <a:srgbClr val="52665C"/>
                </a:solidFill>
                <a:latin typeface="Apple SD Gothic Neo"/>
                <a:ea typeface="Apple SD Gothic Neo"/>
                <a:cs typeface="Apple SD Gothic Neo"/>
              </a:defRPr>
            </a:lvl3pPr>
            <a:lvl4pPr>
              <a:defRPr sz="1725" b="0">
                <a:solidFill>
                  <a:srgbClr val="52665C"/>
                </a:solidFill>
                <a:latin typeface="Apple SD Gothic Neo"/>
                <a:ea typeface="Apple SD Gothic Neo"/>
                <a:cs typeface="Apple SD Gothic Neo"/>
              </a:defRPr>
            </a:lvl4pPr>
            <a:lvl5pPr>
              <a:defRPr sz="1725" b="0">
                <a:solidFill>
                  <a:srgbClr val="52665C"/>
                </a:solidFill>
                <a:latin typeface="Apple SD Gothic Neo"/>
                <a:ea typeface="Apple SD Gothic Neo"/>
                <a:cs typeface="Apple SD Gothic Neo"/>
              </a:defRPr>
            </a:lvl5pPr>
            <a:lvl6pPr>
              <a:defRPr sz="1725" b="0">
                <a:solidFill>
                  <a:srgbClr val="52665C"/>
                </a:solidFill>
                <a:latin typeface="Apple SD Gothic Neo"/>
                <a:ea typeface="Apple SD Gothic Neo"/>
                <a:cs typeface="Apple SD Gothic Neo"/>
              </a:defRPr>
            </a:lvl6pPr>
            <a:lvl7pPr>
              <a:defRPr sz="1725" b="0">
                <a:solidFill>
                  <a:srgbClr val="52665C"/>
                </a:solidFill>
                <a:latin typeface="Apple SD Gothic Neo"/>
                <a:ea typeface="Apple SD Gothic Neo"/>
                <a:cs typeface="Apple SD Gothic Neo"/>
              </a:defRPr>
            </a:lvl7pPr>
            <a:lvl8pPr>
              <a:defRPr sz="1725" b="0">
                <a:solidFill>
                  <a:srgbClr val="52665C"/>
                </a:solidFill>
                <a:latin typeface="Apple SD Gothic Neo"/>
                <a:ea typeface="Apple SD Gothic Neo"/>
                <a:cs typeface="Apple SD Gothic Neo"/>
              </a:defRPr>
            </a:lvl8pPr>
            <a:lvl9pPr>
              <a:defRPr sz="1725" b="0">
                <a:solidFill>
                  <a:srgbClr val="52665C"/>
                </a:solidFill>
                <a:latin typeface="Apple SD Gothic Neo"/>
                <a:ea typeface="Apple SD Gothic Neo"/>
                <a:cs typeface="Apple SD Gothic Neo"/>
              </a:defRPr>
            </a:lvl9pPr>
          </a:lstStyle>
          <a:p xmlns:a="http://schemas.openxmlformats.org/drawingml/2006/main">
            <a:pPr>
              <a:defRPr sz="1725" b="0">
                <a:solidFill>
                  <a:srgbClr val="52665C"/>
                </a:solidFill>
                <a:latin typeface="Apple SD Gothic Neo"/>
                <a:ea typeface="Apple SD Gothic Neo"/>
                <a:cs typeface="Apple SD Gothic Neo"/>
              </a:defRPr>
            </a:pPr>
            <a:r>
              <a:rPr sz="1725" b="0">
                <a:solidFill>
                  <a:srgbClr val="52665C"/>
                </a:solidFill>
                <a:latin typeface="Apple SD Gothic Neo"/>
                <a:ea typeface="Apple SD Gothic Neo"/>
                <a:cs typeface="Apple SD Gothic Neo"/>
              </a:rPr>
              <a:t>실제 Chrome 확인, 프론트 이벤트 테스트 8개 통과</a:t>
            </a:r>
          </a:p>
        </p:txBody>
      </p:sp>
    </p:spTree>
    <p:extLst>
      <p:ext uri="{BB962C8B-B14F-4D97-AF65-F5344CB8AC3E}">
        <p14:creationId xmlns:p14="http://schemas.microsoft.com/office/powerpoint/2010/main" val="461513052"/>
      </p:ext>
    </p:extLst>
  </p:cSld>
</p:sld>
</file>

<file path=ppt/slides/slide8.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10" name="관리자 관측">
            <a:extLst xmlns:a="http://schemas.openxmlformats.org/drawingml/2006/main">
              <a:ext uri="{FF2B5EF4-FFF2-40B4-BE49-F238E27FC236}">
                <a16:creationId xmlns:a16="http://schemas.microsoft.com/office/drawing/2014/main" id="{7B6B2249-C8BD-46B3-8491-F5FF26142F69}"/>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관리자 관측</a:t>
            </a:r>
          </a:p>
        </p:txBody>
      </p:sp>
      <p:sp>
        <p:nvSpPr>
          <p:cNvPr id="2" name="관리자에서 검증 이력과 실행 흐름 조회">
            <a:extLst xmlns:a="http://schemas.openxmlformats.org/drawingml/2006/main">
              <a:ext uri="{FF2B5EF4-FFF2-40B4-BE49-F238E27FC236}">
                <a16:creationId xmlns:a16="http://schemas.microsoft.com/office/drawing/2014/main" id="{6D425BD3-D869-4FB3-B974-4B8D1A4F51D0}"/>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관리자에서 검증 이력과 실행 흐름 조회</a:t>
            </a:r>
          </a:p>
        </p:txBody>
      </p:sp>
      <p:sp>
        <p:nvSpPr>
          <p:cNvPr id="3" name="INCIDENT RESPONSE AGENT">
            <a:extLst xmlns:a="http://schemas.openxmlformats.org/drawingml/2006/main">
              <a:ext uri="{FF2B5EF4-FFF2-40B4-BE49-F238E27FC236}">
                <a16:creationId xmlns:a16="http://schemas.microsoft.com/office/drawing/2014/main" id="{AA64DC32-58AB-47B7-932B-FA1C4F005239}"/>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08">
            <a:extLst xmlns:a="http://schemas.openxmlformats.org/drawingml/2006/main">
              <a:ext uri="{FF2B5EF4-FFF2-40B4-BE49-F238E27FC236}">
                <a16:creationId xmlns:a16="http://schemas.microsoft.com/office/drawing/2014/main" id="{FC9E819C-3906-48FE-B0D0-BB94906999B8}"/>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08</a:t>
            </a:r>
          </a:p>
        </p:txBody>
      </p:sp>
      <p:sp>
        <p:nvSpPr>
          <p:cNvPr id="5" name="접근 키로 보호한 요청 목록·상세">
            <a:extLst xmlns:a="http://schemas.openxmlformats.org/drawingml/2006/main">
              <a:ext uri="{FF2B5EF4-FFF2-40B4-BE49-F238E27FC236}">
                <a16:creationId xmlns:a16="http://schemas.microsoft.com/office/drawing/2014/main" id="{27387A89-038B-4875-B1A2-F4158677D1A4}"/>
              </a:ext>
            </a:extLst>
          </p:cNvPr>
          <p:cNvSpPr>
            <a:spLocks xmlns:a="http://schemas.openxmlformats.org/drawingml/2006/main" noGrp="1"/>
          </p:cNvSpPr>
          <p:nvPr/>
        </p:nvSpPr>
        <p:spPr>
          <a:xfrm xmlns:a="http://schemas.openxmlformats.org/drawingml/2006/main">
            <a:off x="609600" y="1809750"/>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28644F"/>
                </a:solidFill>
                <a:latin typeface="Apple SD Gothic Neo"/>
                <a:ea typeface="Apple SD Gothic Neo"/>
                <a:cs typeface="Apple SD Gothic Neo"/>
              </a:defRPr>
            </a:defPPr>
            <a:lvl1pPr>
              <a:defRPr sz="2325" b="1">
                <a:solidFill>
                  <a:srgbClr val="28644F"/>
                </a:solidFill>
                <a:latin typeface="Apple SD Gothic Neo"/>
                <a:ea typeface="Apple SD Gothic Neo"/>
                <a:cs typeface="Apple SD Gothic Neo"/>
              </a:defRPr>
            </a:lvl1pPr>
            <a:lvl2pPr>
              <a:defRPr sz="2325" b="1">
                <a:solidFill>
                  <a:srgbClr val="28644F"/>
                </a:solidFill>
                <a:latin typeface="Apple SD Gothic Neo"/>
                <a:ea typeface="Apple SD Gothic Neo"/>
                <a:cs typeface="Apple SD Gothic Neo"/>
              </a:defRPr>
            </a:lvl2pPr>
            <a:lvl3pPr>
              <a:defRPr sz="2325" b="1">
                <a:solidFill>
                  <a:srgbClr val="28644F"/>
                </a:solidFill>
                <a:latin typeface="Apple SD Gothic Neo"/>
                <a:ea typeface="Apple SD Gothic Neo"/>
                <a:cs typeface="Apple SD Gothic Neo"/>
              </a:defRPr>
            </a:lvl3pPr>
            <a:lvl4pPr>
              <a:defRPr sz="2325" b="1">
                <a:solidFill>
                  <a:srgbClr val="28644F"/>
                </a:solidFill>
                <a:latin typeface="Apple SD Gothic Neo"/>
                <a:ea typeface="Apple SD Gothic Neo"/>
                <a:cs typeface="Apple SD Gothic Neo"/>
              </a:defRPr>
            </a:lvl4pPr>
            <a:lvl5pPr>
              <a:defRPr sz="2325" b="1">
                <a:solidFill>
                  <a:srgbClr val="28644F"/>
                </a:solidFill>
                <a:latin typeface="Apple SD Gothic Neo"/>
                <a:ea typeface="Apple SD Gothic Neo"/>
                <a:cs typeface="Apple SD Gothic Neo"/>
              </a:defRPr>
            </a:lvl5pPr>
            <a:lvl6pPr>
              <a:defRPr sz="2325" b="1">
                <a:solidFill>
                  <a:srgbClr val="28644F"/>
                </a:solidFill>
                <a:latin typeface="Apple SD Gothic Neo"/>
                <a:ea typeface="Apple SD Gothic Neo"/>
                <a:cs typeface="Apple SD Gothic Neo"/>
              </a:defRPr>
            </a:lvl6pPr>
            <a:lvl7pPr>
              <a:defRPr sz="2325" b="1">
                <a:solidFill>
                  <a:srgbClr val="28644F"/>
                </a:solidFill>
                <a:latin typeface="Apple SD Gothic Neo"/>
                <a:ea typeface="Apple SD Gothic Neo"/>
                <a:cs typeface="Apple SD Gothic Neo"/>
              </a:defRPr>
            </a:lvl7pPr>
            <a:lvl8pPr>
              <a:defRPr sz="2325" b="1">
                <a:solidFill>
                  <a:srgbClr val="28644F"/>
                </a:solidFill>
                <a:latin typeface="Apple SD Gothic Neo"/>
                <a:ea typeface="Apple SD Gothic Neo"/>
                <a:cs typeface="Apple SD Gothic Neo"/>
              </a:defRPr>
            </a:lvl8pPr>
            <a:lvl9pPr>
              <a:defRPr sz="2325" b="1">
                <a:solidFill>
                  <a:srgbClr val="28644F"/>
                </a:solidFill>
                <a:latin typeface="Apple SD Gothic Neo"/>
                <a:ea typeface="Apple SD Gothic Neo"/>
                <a:cs typeface="Apple SD Gothic Neo"/>
              </a:defRPr>
            </a:lvl9pPr>
          </a:lstStyle>
          <a:p xmlns:a="http://schemas.openxmlformats.org/drawingml/2006/main">
            <a:pPr>
              <a:defRPr sz="2325" b="1">
                <a:solidFill>
                  <a:srgbClr val="28644F"/>
                </a:solidFill>
                <a:latin typeface="Apple SD Gothic Neo"/>
                <a:ea typeface="Apple SD Gothic Neo"/>
                <a:cs typeface="Apple SD Gothic Neo"/>
              </a:defRPr>
            </a:pPr>
            <a:r>
              <a:rPr sz="2325" b="1">
                <a:solidFill>
                  <a:srgbClr val="28644F"/>
                </a:solidFill>
                <a:latin typeface="Apple SD Gothic Neo"/>
                <a:ea typeface="Apple SD Gothic Neo"/>
                <a:cs typeface="Apple SD Gothic Neo"/>
              </a:rPr>
              <a:t>접근 키로 보호한 요청 목록·상세</a:t>
            </a:r>
          </a:p>
        </p:txBody>
      </p:sp>
      <p:sp>
        <p:nvSpPr>
          <p:cNvPr id="6" name="처리 시간·토큰·검증 이력&#10;LangGraph 실행 트리와 최종 프롬프트">
            <a:extLst xmlns:a="http://schemas.openxmlformats.org/drawingml/2006/main">
              <a:ext uri="{FF2B5EF4-FFF2-40B4-BE49-F238E27FC236}">
                <a16:creationId xmlns:a16="http://schemas.microsoft.com/office/drawing/2014/main" id="{41849F0F-62DC-431D-9B36-3D36E7133C44}"/>
              </a:ext>
            </a:extLst>
          </p:cNvPr>
          <p:cNvSpPr>
            <a:spLocks xmlns:a="http://schemas.openxmlformats.org/drawingml/2006/main" noGrp="1"/>
          </p:cNvSpPr>
          <p:nvPr/>
        </p:nvSpPr>
        <p:spPr>
          <a:xfrm xmlns:a="http://schemas.openxmlformats.org/drawingml/2006/main">
            <a:off x="609600" y="2714625"/>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82C25"/>
                </a:solidFill>
                <a:latin typeface="Apple SD Gothic Neo"/>
                <a:ea typeface="Apple SD Gothic Neo"/>
                <a:cs typeface="Apple SD Gothic Neo"/>
              </a:defRPr>
            </a:defPPr>
            <a:lvl1pPr>
              <a:defRPr sz="2100" b="0">
                <a:solidFill>
                  <a:srgbClr val="182C25"/>
                </a:solidFill>
                <a:latin typeface="Apple SD Gothic Neo"/>
                <a:ea typeface="Apple SD Gothic Neo"/>
                <a:cs typeface="Apple SD Gothic Neo"/>
              </a:defRPr>
            </a:lvl1pPr>
            <a:lvl2pPr>
              <a:defRPr sz="2100" b="0">
                <a:solidFill>
                  <a:srgbClr val="182C25"/>
                </a:solidFill>
                <a:latin typeface="Apple SD Gothic Neo"/>
                <a:ea typeface="Apple SD Gothic Neo"/>
                <a:cs typeface="Apple SD Gothic Neo"/>
              </a:defRPr>
            </a:lvl2pPr>
            <a:lvl3pPr>
              <a:defRPr sz="2100" b="0">
                <a:solidFill>
                  <a:srgbClr val="182C25"/>
                </a:solidFill>
                <a:latin typeface="Apple SD Gothic Neo"/>
                <a:ea typeface="Apple SD Gothic Neo"/>
                <a:cs typeface="Apple SD Gothic Neo"/>
              </a:defRPr>
            </a:lvl3pPr>
            <a:lvl4pPr>
              <a:defRPr sz="2100" b="0">
                <a:solidFill>
                  <a:srgbClr val="182C25"/>
                </a:solidFill>
                <a:latin typeface="Apple SD Gothic Neo"/>
                <a:ea typeface="Apple SD Gothic Neo"/>
                <a:cs typeface="Apple SD Gothic Neo"/>
              </a:defRPr>
            </a:lvl4pPr>
            <a:lvl5pPr>
              <a:defRPr sz="2100" b="0">
                <a:solidFill>
                  <a:srgbClr val="182C25"/>
                </a:solidFill>
                <a:latin typeface="Apple SD Gothic Neo"/>
                <a:ea typeface="Apple SD Gothic Neo"/>
                <a:cs typeface="Apple SD Gothic Neo"/>
              </a:defRPr>
            </a:lvl5pPr>
            <a:lvl6pPr>
              <a:defRPr sz="2100" b="0">
                <a:solidFill>
                  <a:srgbClr val="182C25"/>
                </a:solidFill>
                <a:latin typeface="Apple SD Gothic Neo"/>
                <a:ea typeface="Apple SD Gothic Neo"/>
                <a:cs typeface="Apple SD Gothic Neo"/>
              </a:defRPr>
            </a:lvl6pPr>
            <a:lvl7pPr>
              <a:defRPr sz="2100" b="0">
                <a:solidFill>
                  <a:srgbClr val="182C25"/>
                </a:solidFill>
                <a:latin typeface="Apple SD Gothic Neo"/>
                <a:ea typeface="Apple SD Gothic Neo"/>
                <a:cs typeface="Apple SD Gothic Neo"/>
              </a:defRPr>
            </a:lvl7pPr>
            <a:lvl8pPr>
              <a:defRPr sz="2100" b="0">
                <a:solidFill>
                  <a:srgbClr val="182C25"/>
                </a:solidFill>
                <a:latin typeface="Apple SD Gothic Neo"/>
                <a:ea typeface="Apple SD Gothic Neo"/>
                <a:cs typeface="Apple SD Gothic Neo"/>
              </a:defRPr>
            </a:lvl8pPr>
            <a:lvl9pPr>
              <a:defRPr sz="2100" b="0">
                <a:solidFill>
                  <a:srgbClr val="182C25"/>
                </a:solidFill>
                <a:latin typeface="Apple SD Gothic Neo"/>
                <a:ea typeface="Apple SD Gothic Neo"/>
                <a:cs typeface="Apple SD Gothic Neo"/>
              </a:defRPr>
            </a:lvl9pPr>
          </a:lstStyle>
          <a:p xmlns:a="http://schemas.openxmlformats.org/drawingml/2006/main">
            <a:pPr>
              <a:defRPr sz="2100" b="0">
                <a:solidFill>
                  <a:srgbClr val="182C25"/>
                </a:solidFill>
                <a:latin typeface="Apple SD Gothic Neo"/>
                <a:ea typeface="Apple SD Gothic Neo"/>
                <a:cs typeface="Apple SD Gothic Neo"/>
              </a:defRPr>
            </a:pPr>
            <a:r>
              <a:rPr sz="2100" b="0">
                <a:solidFill>
                  <a:srgbClr val="182C25"/>
                </a:solidFill>
                <a:latin typeface="Apple SD Gothic Neo"/>
                <a:ea typeface="Apple SD Gothic Neo"/>
                <a:cs typeface="Apple SD Gothic Neo"/>
              </a:rPr>
              <a:t>처리 시간·토큰·검증 이력</a:t>
            </a:r>
          </a:p>
          <a:p xmlns:a="http://schemas.openxmlformats.org/drawingml/2006/main">
            <a:pPr>
              <a:defRPr sz="2100" b="0">
                <a:solidFill>
                  <a:srgbClr val="182C25"/>
                </a:solidFill>
                <a:latin typeface="Apple SD Gothic Neo"/>
                <a:ea typeface="Apple SD Gothic Neo"/>
                <a:cs typeface="Apple SD Gothic Neo"/>
              </a:defRPr>
            </a:pPr>
            <a:r>
              <a:rPr sz="2100" b="0">
                <a:solidFill>
                  <a:srgbClr val="182C25"/>
                </a:solidFill>
                <a:latin typeface="Apple SD Gothic Neo"/>
                <a:ea typeface="Apple SD Gothic Neo"/>
                <a:cs typeface="Apple SD Gothic Neo"/>
              </a:rPr>
              <a:t>LangGraph 실행 트리와 최종 프롬프트</a:t>
            </a:r>
          </a:p>
        </p:txBody>
      </p:sp>
      <p:sp>
        <p:nvSpPr>
          <p:cNvPr id="7" name="모의 요청 2건의 저장·조회 확인">
            <a:extLst xmlns:a="http://schemas.openxmlformats.org/drawingml/2006/main">
              <a:ext uri="{FF2B5EF4-FFF2-40B4-BE49-F238E27FC236}">
                <a16:creationId xmlns:a16="http://schemas.microsoft.com/office/drawing/2014/main" id="{E528535C-2BDE-43EC-B2BC-E18C02E3103A}"/>
              </a:ext>
            </a:extLst>
          </p:cNvPr>
          <p:cNvSpPr>
            <a:spLocks xmlns:a="http://schemas.openxmlformats.org/drawingml/2006/main" noGrp="1"/>
          </p:cNvSpPr>
          <p:nvPr/>
        </p:nvSpPr>
        <p:spPr>
          <a:xfrm xmlns:a="http://schemas.openxmlformats.org/drawingml/2006/main">
            <a:off x="609600" y="4029075"/>
            <a:ext cx="533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28644F"/>
                </a:solidFill>
                <a:latin typeface="Apple SD Gothic Neo"/>
                <a:ea typeface="Apple SD Gothic Neo"/>
                <a:cs typeface="Apple SD Gothic Neo"/>
              </a:defRPr>
            </a:defPPr>
            <a:lvl1pPr>
              <a:defRPr sz="2100" b="1">
                <a:solidFill>
                  <a:srgbClr val="28644F"/>
                </a:solidFill>
                <a:latin typeface="Apple SD Gothic Neo"/>
                <a:ea typeface="Apple SD Gothic Neo"/>
                <a:cs typeface="Apple SD Gothic Neo"/>
              </a:defRPr>
            </a:lvl1pPr>
            <a:lvl2pPr>
              <a:defRPr sz="2100" b="1">
                <a:solidFill>
                  <a:srgbClr val="28644F"/>
                </a:solidFill>
                <a:latin typeface="Apple SD Gothic Neo"/>
                <a:ea typeface="Apple SD Gothic Neo"/>
                <a:cs typeface="Apple SD Gothic Neo"/>
              </a:defRPr>
            </a:lvl2pPr>
            <a:lvl3pPr>
              <a:defRPr sz="2100" b="1">
                <a:solidFill>
                  <a:srgbClr val="28644F"/>
                </a:solidFill>
                <a:latin typeface="Apple SD Gothic Neo"/>
                <a:ea typeface="Apple SD Gothic Neo"/>
                <a:cs typeface="Apple SD Gothic Neo"/>
              </a:defRPr>
            </a:lvl3pPr>
            <a:lvl4pPr>
              <a:defRPr sz="2100" b="1">
                <a:solidFill>
                  <a:srgbClr val="28644F"/>
                </a:solidFill>
                <a:latin typeface="Apple SD Gothic Neo"/>
                <a:ea typeface="Apple SD Gothic Neo"/>
                <a:cs typeface="Apple SD Gothic Neo"/>
              </a:defRPr>
            </a:lvl4pPr>
            <a:lvl5pPr>
              <a:defRPr sz="2100" b="1">
                <a:solidFill>
                  <a:srgbClr val="28644F"/>
                </a:solidFill>
                <a:latin typeface="Apple SD Gothic Neo"/>
                <a:ea typeface="Apple SD Gothic Neo"/>
                <a:cs typeface="Apple SD Gothic Neo"/>
              </a:defRPr>
            </a:lvl5pPr>
            <a:lvl6pPr>
              <a:defRPr sz="2100" b="1">
                <a:solidFill>
                  <a:srgbClr val="28644F"/>
                </a:solidFill>
                <a:latin typeface="Apple SD Gothic Neo"/>
                <a:ea typeface="Apple SD Gothic Neo"/>
                <a:cs typeface="Apple SD Gothic Neo"/>
              </a:defRPr>
            </a:lvl6pPr>
            <a:lvl7pPr>
              <a:defRPr sz="2100" b="1">
                <a:solidFill>
                  <a:srgbClr val="28644F"/>
                </a:solidFill>
                <a:latin typeface="Apple SD Gothic Neo"/>
                <a:ea typeface="Apple SD Gothic Neo"/>
                <a:cs typeface="Apple SD Gothic Neo"/>
              </a:defRPr>
            </a:lvl7pPr>
            <a:lvl8pPr>
              <a:defRPr sz="2100" b="1">
                <a:solidFill>
                  <a:srgbClr val="28644F"/>
                </a:solidFill>
                <a:latin typeface="Apple SD Gothic Neo"/>
                <a:ea typeface="Apple SD Gothic Neo"/>
                <a:cs typeface="Apple SD Gothic Neo"/>
              </a:defRPr>
            </a:lvl8pPr>
            <a:lvl9pPr>
              <a:defRPr sz="2100" b="1">
                <a:solidFill>
                  <a:srgbClr val="28644F"/>
                </a:solidFill>
                <a:latin typeface="Apple SD Gothic Neo"/>
                <a:ea typeface="Apple SD Gothic Neo"/>
                <a:cs typeface="Apple SD Gothic Neo"/>
              </a:defRPr>
            </a:lvl9pPr>
          </a:lstStyle>
          <a:p xmlns:a="http://schemas.openxmlformats.org/drawingml/2006/main">
            <a:pPr>
              <a:defRPr sz="2100" b="1">
                <a:solidFill>
                  <a:srgbClr val="28644F"/>
                </a:solidFill>
                <a:latin typeface="Apple SD Gothic Neo"/>
                <a:ea typeface="Apple SD Gothic Neo"/>
                <a:cs typeface="Apple SD Gothic Neo"/>
              </a:defRPr>
            </a:pPr>
            <a:r>
              <a:rPr sz="2100" b="1">
                <a:solidFill>
                  <a:srgbClr val="28644F"/>
                </a:solidFill>
                <a:latin typeface="Apple SD Gothic Neo"/>
                <a:ea typeface="Apple SD Gothic Neo"/>
                <a:cs typeface="Apple SD Gothic Neo"/>
              </a:rPr>
              <a:t>모의 요청 2건의 저장·조회 확인</a:t>
            </a:r>
          </a:p>
        </p:txBody>
      </p:sp>
      <p:sp>
        <p:nvSpPr>
          <p:cNvPr id="8" name="Fake 추정 토큰과 실제 API 사용량 구분&#10;추적이 꺼져 있으면 새 기록 없음 ">
            <a:extLst xmlns:a="http://schemas.openxmlformats.org/drawingml/2006/main">
              <a:ext uri="{FF2B5EF4-FFF2-40B4-BE49-F238E27FC236}">
                <a16:creationId xmlns:a16="http://schemas.microsoft.com/office/drawing/2014/main" id="{F6485B87-3B09-4529-97D0-FE64576F52FA}"/>
              </a:ext>
            </a:extLst>
          </p:cNvPr>
          <p:cNvSpPr>
            <a:spLocks xmlns:a="http://schemas.openxmlformats.org/drawingml/2006/main" noGrp="1"/>
          </p:cNvSpPr>
          <p:nvPr/>
        </p:nvSpPr>
        <p:spPr>
          <a:xfrm xmlns:a="http://schemas.openxmlformats.org/drawingml/2006/main">
            <a:off x="609600" y="4638675"/>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82C25"/>
                </a:solidFill>
                <a:latin typeface="Apple SD Gothic Neo"/>
                <a:ea typeface="Apple SD Gothic Neo"/>
                <a:cs typeface="Apple SD Gothic Neo"/>
              </a:defRPr>
            </a:defPPr>
            <a:lvl1pPr>
              <a:defRPr sz="1950" b="0">
                <a:solidFill>
                  <a:srgbClr val="182C25"/>
                </a:solidFill>
                <a:latin typeface="Apple SD Gothic Neo"/>
                <a:ea typeface="Apple SD Gothic Neo"/>
                <a:cs typeface="Apple SD Gothic Neo"/>
              </a:defRPr>
            </a:lvl1pPr>
            <a:lvl2pPr>
              <a:defRPr sz="1950" b="0">
                <a:solidFill>
                  <a:srgbClr val="182C25"/>
                </a:solidFill>
                <a:latin typeface="Apple SD Gothic Neo"/>
                <a:ea typeface="Apple SD Gothic Neo"/>
                <a:cs typeface="Apple SD Gothic Neo"/>
              </a:defRPr>
            </a:lvl2pPr>
            <a:lvl3pPr>
              <a:defRPr sz="1950" b="0">
                <a:solidFill>
                  <a:srgbClr val="182C25"/>
                </a:solidFill>
                <a:latin typeface="Apple SD Gothic Neo"/>
                <a:ea typeface="Apple SD Gothic Neo"/>
                <a:cs typeface="Apple SD Gothic Neo"/>
              </a:defRPr>
            </a:lvl3pPr>
            <a:lvl4pPr>
              <a:defRPr sz="1950" b="0">
                <a:solidFill>
                  <a:srgbClr val="182C25"/>
                </a:solidFill>
                <a:latin typeface="Apple SD Gothic Neo"/>
                <a:ea typeface="Apple SD Gothic Neo"/>
                <a:cs typeface="Apple SD Gothic Neo"/>
              </a:defRPr>
            </a:lvl4pPr>
            <a:lvl5pPr>
              <a:defRPr sz="1950" b="0">
                <a:solidFill>
                  <a:srgbClr val="182C25"/>
                </a:solidFill>
                <a:latin typeface="Apple SD Gothic Neo"/>
                <a:ea typeface="Apple SD Gothic Neo"/>
                <a:cs typeface="Apple SD Gothic Neo"/>
              </a:defRPr>
            </a:lvl5pPr>
            <a:lvl6pPr>
              <a:defRPr sz="1950" b="0">
                <a:solidFill>
                  <a:srgbClr val="182C25"/>
                </a:solidFill>
                <a:latin typeface="Apple SD Gothic Neo"/>
                <a:ea typeface="Apple SD Gothic Neo"/>
                <a:cs typeface="Apple SD Gothic Neo"/>
              </a:defRPr>
            </a:lvl6pPr>
            <a:lvl7pPr>
              <a:defRPr sz="1950" b="0">
                <a:solidFill>
                  <a:srgbClr val="182C25"/>
                </a:solidFill>
                <a:latin typeface="Apple SD Gothic Neo"/>
                <a:ea typeface="Apple SD Gothic Neo"/>
                <a:cs typeface="Apple SD Gothic Neo"/>
              </a:defRPr>
            </a:lvl7pPr>
            <a:lvl8pPr>
              <a:defRPr sz="1950" b="0">
                <a:solidFill>
                  <a:srgbClr val="182C25"/>
                </a:solidFill>
                <a:latin typeface="Apple SD Gothic Neo"/>
                <a:ea typeface="Apple SD Gothic Neo"/>
                <a:cs typeface="Apple SD Gothic Neo"/>
              </a:defRPr>
            </a:lvl8pPr>
            <a:lvl9pPr>
              <a:defRPr sz="1950" b="0">
                <a:solidFill>
                  <a:srgbClr val="182C25"/>
                </a:solidFill>
                <a:latin typeface="Apple SD Gothic Neo"/>
                <a:ea typeface="Apple SD Gothic Neo"/>
                <a:cs typeface="Apple SD Gothic Neo"/>
              </a:defRPr>
            </a:lvl9pPr>
          </a:lstStyle>
          <a:p xmlns:a="http://schemas.openxmlformats.org/drawingml/2006/main">
            <a:pPr>
              <a:defRPr sz="1950" b="0">
                <a:solidFill>
                  <a:srgbClr val="182C25"/>
                </a:solidFill>
                <a:latin typeface="Apple SD Gothic Neo"/>
                <a:ea typeface="Apple SD Gothic Neo"/>
                <a:cs typeface="Apple SD Gothic Neo"/>
              </a:defRPr>
            </a:pPr>
            <a:r>
              <a:rPr sz="1950" b="0">
                <a:solidFill>
                  <a:srgbClr val="182C25"/>
                </a:solidFill>
                <a:latin typeface="Apple SD Gothic Neo"/>
                <a:ea typeface="Apple SD Gothic Neo"/>
                <a:cs typeface="Apple SD Gothic Neo"/>
              </a:rPr>
              <a:t>Fake 추정 토큰과 실제 API 사용량 구분</a:t>
            </a:r>
          </a:p>
          <a:p xmlns:a="http://schemas.openxmlformats.org/drawingml/2006/main">
            <a:pPr>
              <a:defRPr sz="1950" b="0">
                <a:solidFill>
                  <a:srgbClr val="182C25"/>
                </a:solidFill>
                <a:latin typeface="Apple SD Gothic Neo"/>
                <a:ea typeface="Apple SD Gothic Neo"/>
                <a:cs typeface="Apple SD Gothic Neo"/>
              </a:defRPr>
            </a:pPr>
            <a:r>
              <a:rPr sz="1950" b="0">
                <a:solidFill>
                  <a:srgbClr val="182C25"/>
                </a:solidFill>
                <a:latin typeface="Apple SD Gothic Neo"/>
                <a:ea typeface="Apple SD Gothic Neo"/>
                <a:cs typeface="Apple SD Gothic Neo"/>
              </a:rPr>
              <a:t>추적이 꺼져 있으면 새 기록 없음 안내</a:t>
            </a:r>
          </a:p>
        </p:txBody>
      </p:sp>
      <p:pic>
        <p:nvPicPr>
          <p:cNvPr id="9" name="">
            <a:extLst xmlns:a="http://schemas.openxmlformats.org/drawingml/2006/main">
              <a:ext uri="{FF2B5EF4-FFF2-40B4-BE49-F238E27FC236}">
                <a16:creationId xmlns:a16="http://schemas.microsoft.com/office/drawing/2014/main" id="{FF157187-0570-40A7-B1BB-CDF6C1E8E660}"/>
              </a:ext>
            </a:extLst>
          </p:cNvPr>
          <p:cNvPicPr>
            <a:picLocks xmlns:a="http://schemas.openxmlformats.org/drawingml/2006/main" noChangeAspect="1"/>
          </p:cNvPicPr>
          <p:nvPr/>
        </p:nvPicPr>
        <p:blipFill>
          <a:blip xmlns:r="http://schemas.openxmlformats.org/officeDocument/2006/relationships" xmlns:a="http://schemas.openxmlformats.org/drawingml/2006/main" r:embed="Refd93a84e37d4691"/>
          <a:stretch xmlns:a="http://schemas.openxmlformats.org/drawingml/2006/main"/>
        </p:blipFill>
        <p:spPr>
          <a:xfrm xmlns:a="http://schemas.openxmlformats.org/drawingml/2006/main">
            <a:off x="6588836" y="1657350"/>
            <a:ext cx="4634079" cy="4486275"/>
          </a:xfrm>
          <a:prstGeom xmlns:a="http://schemas.openxmlformats.org/drawingml/2006/main" prst="rect">
            <a:avLst/>
          </a:prstGeom>
        </p:spPr>
      </p:pic>
    </p:spTree>
    <p:extLst>
      <p:ext uri="{BB962C8B-B14F-4D97-AF65-F5344CB8AC3E}">
        <p14:creationId xmlns:p14="http://schemas.microsoft.com/office/powerpoint/2010/main" val="1040322178"/>
      </p:ext>
    </p:extLst>
  </p:cSld>
</p:sld>
</file>

<file path=ppt/slides/slide9.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8" name="개선 전후 실측">
            <a:extLst xmlns:a="http://schemas.openxmlformats.org/drawingml/2006/main">
              <a:ext uri="{FF2B5EF4-FFF2-40B4-BE49-F238E27FC236}">
                <a16:creationId xmlns:a16="http://schemas.microsoft.com/office/drawing/2014/main" id="{08622256-8F81-4C76-8C10-C052C918A8AE}"/>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개선 전후 실측</a:t>
            </a:r>
          </a:p>
        </p:txBody>
      </p:sp>
      <p:sp>
        <p:nvSpPr>
          <p:cNvPr id="2" name="실제 Ollama 비교와 비용 증가">
            <a:extLst xmlns:a="http://schemas.openxmlformats.org/drawingml/2006/main">
              <a:ext uri="{FF2B5EF4-FFF2-40B4-BE49-F238E27FC236}">
                <a16:creationId xmlns:a16="http://schemas.microsoft.com/office/drawing/2014/main" id="{D5490A54-64CD-421D-8921-E2284296A2B3}"/>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실제 Ollama 비교와 비용 증가</a:t>
            </a:r>
          </a:p>
        </p:txBody>
      </p:sp>
      <p:sp>
        <p:nvSpPr>
          <p:cNvPr id="3" name="INCIDENT RESPONSE AGENT">
            <a:extLst xmlns:a="http://schemas.openxmlformats.org/drawingml/2006/main">
              <a:ext uri="{FF2B5EF4-FFF2-40B4-BE49-F238E27FC236}">
                <a16:creationId xmlns:a16="http://schemas.microsoft.com/office/drawing/2014/main" id="{9C7F26EE-F175-4C5F-9828-5819E2B21A48}"/>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09">
            <a:extLst xmlns:a="http://schemas.openxmlformats.org/drawingml/2006/main">
              <a:ext uri="{FF2B5EF4-FFF2-40B4-BE49-F238E27FC236}">
                <a16:creationId xmlns:a16="http://schemas.microsoft.com/office/drawing/2014/main" id="{0292C246-4C19-4BD0-9AB7-1378A35455FB}"/>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09</a:t>
            </a:r>
          </a:p>
        </p:txBody>
      </p:sp>
      <p:graphicFrame>
        <p:nvGraphicFramePr>
          <p:cNvPr id="5" name="">
            <a:extLst xmlns:a="http://schemas.openxmlformats.org/drawingml/2006/main">
              <a:ext uri="{FF2B5EF4-FFF2-40B4-BE49-F238E27FC236}">
                <a16:creationId xmlns:a16="http://schemas.microsoft.com/office/drawing/2014/main" id="{A4C36E0A-E83B-4B4F-9448-139F9EC65280}"/>
              </a:ext>
            </a:extLst>
          </p:cNvPr>
          <p:cNvGraphicFramePr/>
          <p:nvPr/>
        </p:nvGraphicFramePr>
        <p:xfrm>
          <a:off xmlns:a="http://schemas.openxmlformats.org/drawingml/2006/main" x="609600" y="1771650"/>
          <a:ext xmlns:a="http://schemas.openxmlformats.org/drawingml/2006/main" cx="10972800" cy="3000375"/>
        </p:xfrm>
        <a:graphic xmlns:a="http://schemas.openxmlformats.org/drawingml/2006/main">
          <a:graphicData uri="http://schemas.openxmlformats.org/drawingml/2006/table">
            <a:tbl>
              <a:tblPr/>
              <a:tblGrid>
                <a:gridCol w="3429000"/>
                <a:gridCol w="3771900"/>
                <a:gridCol w="3771900"/>
              </a:tblGrid>
              <a:tr h="750094">
                <a:tc>
                  <a:txBody>
                    <a:bodyPr/>
                    <a:lstStyle/>
                    <a:p>
                      <a:r>
                        <a:rPr sz="1875" b="1">
                          <a:solidFill>
                            <a:srgbClr val="FFFFFF"/>
                          </a:solidFill>
                          <a:latin typeface="Apple SD Gothic Neo"/>
                          <a:ea typeface="Apple SD Gothic Neo"/>
                          <a:cs typeface="Apple SD Gothic Neo"/>
                        </a:rPr>
                        <a:t>질문</a:t>
                      </a:r>
                    </a:p>
                  </a:txBody>
                  <a:tcPr marL="152400" marR="152400" marT="114300" marB="114300" anchor="ctr">
                    <a:lnL w="9525">
                      <a:solidFill>
                        <a:srgbClr val="CFDCD3"/>
                      </a:solidFill>
                      <a:prstDash val="solid"/>
                    </a:lnL>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875" b="1">
                          <a:solidFill>
                            <a:srgbClr val="FFFFFF"/>
                          </a:solidFill>
                          <a:latin typeface="Apple SD Gothic Neo"/>
                          <a:ea typeface="Apple SD Gothic Neo"/>
                          <a:cs typeface="Apple SD Gothic Neo"/>
                        </a:rPr>
                        <a:t>원본</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875" b="1">
                          <a:solidFill>
                            <a:srgbClr val="FFFFFF"/>
                          </a:solidFill>
                          <a:latin typeface="Apple SD Gothic Neo"/>
                          <a:ea typeface="Apple SD Gothic Neo"/>
                          <a:cs typeface="Apple SD Gothic Neo"/>
                        </a:rPr>
                        <a:t>당시 개선본</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r>
              <a:tr h="750094">
                <a:tc>
                  <a:txBody>
                    <a:bodyPr/>
                    <a:lstStyle/>
                    <a:p>
                      <a:r>
                        <a:rPr sz="1875" b="0">
                          <a:solidFill>
                            <a:srgbClr val="182C25"/>
                          </a:solidFill>
                          <a:latin typeface="Apple SD Gothic Neo"/>
                          <a:ea typeface="Apple SD Gothic Neo"/>
                          <a:cs typeface="Apple SD Gothic Neo"/>
                        </a:rPr>
                        <a:t>등록 payments-service</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32.16초 / 2,027토큰</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40.06초 / 2,414토큰</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750094">
                <a:tc>
                  <a:txBody>
                    <a:bodyPr/>
                    <a:lstStyle/>
                    <a:p>
                      <a:r>
                        <a:rPr sz="1875" b="0">
                          <a:solidFill>
                            <a:srgbClr val="182C25"/>
                          </a:solidFill>
                          <a:latin typeface="Apple SD Gothic Neo"/>
                          <a:ea typeface="Apple SD Gothic Neo"/>
                          <a:cs typeface="Apple SD Gothic Neo"/>
                        </a:rPr>
                        <a:t>미등록 billing-service</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1875" b="0">
                          <a:solidFill>
                            <a:srgbClr val="182C25"/>
                          </a:solidFill>
                          <a:latin typeface="Apple SD Gothic Neo"/>
                          <a:ea typeface="Apple SD Gothic Neo"/>
                          <a:cs typeface="Apple SD Gothic Neo"/>
                        </a:rPr>
                        <a:t>54.30초 / 대상 대체</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c>
                  <a:txBody>
                    <a:bodyPr/>
                    <a:lstStyle/>
                    <a:p>
                      <a:r>
                        <a:rPr sz="1875" b="0">
                          <a:solidFill>
                            <a:srgbClr val="182C25"/>
                          </a:solidFill>
                          <a:latin typeface="Apple SD Gothic Neo"/>
                          <a:ea typeface="Apple SD Gothic Neo"/>
                          <a:cs typeface="Apple SD Gothic Neo"/>
                        </a:rPr>
                        <a:t>0.0024초 / LLM 0회</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r h="750094">
                <a:tc>
                  <a:txBody>
                    <a:bodyPr/>
                    <a:lstStyle/>
                    <a:p>
                      <a:r>
                        <a:rPr sz="1875" b="0">
                          <a:solidFill>
                            <a:srgbClr val="182C25"/>
                          </a:solidFill>
                          <a:latin typeface="Apple SD Gothic Neo"/>
                          <a:ea typeface="Apple SD Gothic Neo"/>
                          <a:cs typeface="Apple SD Gothic Neo"/>
                        </a:rPr>
                        <a:t>등록·미등록 혼합</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305.59초 후 타임아웃</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0.0022초 / LLM 0회</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bl>
          </a:graphicData>
        </a:graphic>
      </p:graphicFrame>
      <p:sp>
        <p:nvSpPr>
          <p:cNvPr id="6" name="같은 질문·고정 MCP 응답, qwen3:0.6b / 8b, 워밍업 후 각 1회">
            <a:extLst xmlns:a="http://schemas.openxmlformats.org/drawingml/2006/main">
              <a:ext uri="{FF2B5EF4-FFF2-40B4-BE49-F238E27FC236}">
                <a16:creationId xmlns:a16="http://schemas.microsoft.com/office/drawing/2014/main" id="{82A9DBF4-41AA-44D3-9AAC-5A1329EF2F92}"/>
              </a:ext>
            </a:extLst>
          </p:cNvPr>
          <p:cNvSpPr>
            <a:spLocks xmlns:a="http://schemas.openxmlformats.org/drawingml/2006/main" noGrp="1"/>
          </p:cNvSpPr>
          <p:nvPr/>
        </p:nvSpPr>
        <p:spPr>
          <a:xfrm xmlns:a="http://schemas.openxmlformats.org/drawingml/2006/main">
            <a:off x="609600" y="51149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28644F"/>
                </a:solidFill>
                <a:latin typeface="Apple SD Gothic Neo"/>
                <a:ea typeface="Apple SD Gothic Neo"/>
                <a:cs typeface="Apple SD Gothic Neo"/>
              </a:defRPr>
            </a:defPPr>
            <a:lvl1pPr>
              <a:defRPr sz="1875" b="1">
                <a:solidFill>
                  <a:srgbClr val="28644F"/>
                </a:solidFill>
                <a:latin typeface="Apple SD Gothic Neo"/>
                <a:ea typeface="Apple SD Gothic Neo"/>
                <a:cs typeface="Apple SD Gothic Neo"/>
              </a:defRPr>
            </a:lvl1pPr>
            <a:lvl2pPr>
              <a:defRPr sz="1875" b="1">
                <a:solidFill>
                  <a:srgbClr val="28644F"/>
                </a:solidFill>
                <a:latin typeface="Apple SD Gothic Neo"/>
                <a:ea typeface="Apple SD Gothic Neo"/>
                <a:cs typeface="Apple SD Gothic Neo"/>
              </a:defRPr>
            </a:lvl2pPr>
            <a:lvl3pPr>
              <a:defRPr sz="1875" b="1">
                <a:solidFill>
                  <a:srgbClr val="28644F"/>
                </a:solidFill>
                <a:latin typeface="Apple SD Gothic Neo"/>
                <a:ea typeface="Apple SD Gothic Neo"/>
                <a:cs typeface="Apple SD Gothic Neo"/>
              </a:defRPr>
            </a:lvl3pPr>
            <a:lvl4pPr>
              <a:defRPr sz="1875" b="1">
                <a:solidFill>
                  <a:srgbClr val="28644F"/>
                </a:solidFill>
                <a:latin typeface="Apple SD Gothic Neo"/>
                <a:ea typeface="Apple SD Gothic Neo"/>
                <a:cs typeface="Apple SD Gothic Neo"/>
              </a:defRPr>
            </a:lvl4pPr>
            <a:lvl5pPr>
              <a:defRPr sz="1875" b="1">
                <a:solidFill>
                  <a:srgbClr val="28644F"/>
                </a:solidFill>
                <a:latin typeface="Apple SD Gothic Neo"/>
                <a:ea typeface="Apple SD Gothic Neo"/>
                <a:cs typeface="Apple SD Gothic Neo"/>
              </a:defRPr>
            </a:lvl5pPr>
            <a:lvl6pPr>
              <a:defRPr sz="1875" b="1">
                <a:solidFill>
                  <a:srgbClr val="28644F"/>
                </a:solidFill>
                <a:latin typeface="Apple SD Gothic Neo"/>
                <a:ea typeface="Apple SD Gothic Neo"/>
                <a:cs typeface="Apple SD Gothic Neo"/>
              </a:defRPr>
            </a:lvl6pPr>
            <a:lvl7pPr>
              <a:defRPr sz="1875" b="1">
                <a:solidFill>
                  <a:srgbClr val="28644F"/>
                </a:solidFill>
                <a:latin typeface="Apple SD Gothic Neo"/>
                <a:ea typeface="Apple SD Gothic Neo"/>
                <a:cs typeface="Apple SD Gothic Neo"/>
              </a:defRPr>
            </a:lvl7pPr>
            <a:lvl8pPr>
              <a:defRPr sz="1875" b="1">
                <a:solidFill>
                  <a:srgbClr val="28644F"/>
                </a:solidFill>
                <a:latin typeface="Apple SD Gothic Neo"/>
                <a:ea typeface="Apple SD Gothic Neo"/>
                <a:cs typeface="Apple SD Gothic Neo"/>
              </a:defRPr>
            </a:lvl8pPr>
            <a:lvl9pPr>
              <a:defRPr sz="1875" b="1">
                <a:solidFill>
                  <a:srgbClr val="28644F"/>
                </a:solidFill>
                <a:latin typeface="Apple SD Gothic Neo"/>
                <a:ea typeface="Apple SD Gothic Neo"/>
                <a:cs typeface="Apple SD Gothic Neo"/>
              </a:defRPr>
            </a:lvl9pPr>
          </a:lstStyle>
          <a:p xmlns:a="http://schemas.openxmlformats.org/drawingml/2006/main">
            <a:pPr>
              <a:defRPr sz="1875" b="1">
                <a:solidFill>
                  <a:srgbClr val="28644F"/>
                </a:solidFill>
                <a:latin typeface="Apple SD Gothic Neo"/>
                <a:ea typeface="Apple SD Gothic Neo"/>
                <a:cs typeface="Apple SD Gothic Neo"/>
              </a:defRPr>
            </a:pPr>
            <a:r>
              <a:rPr sz="1875" b="1">
                <a:solidFill>
                  <a:srgbClr val="28644F"/>
                </a:solidFill>
                <a:latin typeface="Apple SD Gothic Neo"/>
                <a:ea typeface="Apple SD Gothic Neo"/>
                <a:cs typeface="Apple SD Gothic Neo"/>
              </a:rPr>
              <a:t>같은 질문·고정 MCP 응답, qwen3:0.6b / 8b, 워밍업 후 각 1회</a:t>
            </a:r>
          </a:p>
        </p:txBody>
      </p:sp>
      <p:sp>
        <p:nvSpPr>
          <p:cNvPr id="7" name="등록 질문은 시간·토큰이 증가했습니다. 실패 호출의 토큰은 미수집입니다.&#10;소수 사">
            <a:extLst xmlns:a="http://schemas.openxmlformats.org/drawingml/2006/main">
              <a:ext uri="{FF2B5EF4-FFF2-40B4-BE49-F238E27FC236}">
                <a16:creationId xmlns:a16="http://schemas.microsoft.com/office/drawing/2014/main" id="{FA6E3717-9644-488F-8C17-7B8A7C4937D3}"/>
              </a:ext>
            </a:extLst>
          </p:cNvPr>
          <p:cNvSpPr>
            <a:spLocks xmlns:a="http://schemas.openxmlformats.org/drawingml/2006/main" noGrp="1"/>
          </p:cNvSpPr>
          <p:nvPr/>
        </p:nvSpPr>
        <p:spPr>
          <a:xfrm xmlns:a="http://schemas.openxmlformats.org/drawingml/2006/main">
            <a:off x="609600" y="561022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65C"/>
                </a:solidFill>
                <a:latin typeface="Apple SD Gothic Neo"/>
                <a:ea typeface="Apple SD Gothic Neo"/>
                <a:cs typeface="Apple SD Gothic Neo"/>
              </a:defRPr>
            </a:defPPr>
            <a:lvl1pPr>
              <a:defRPr sz="1800" b="0">
                <a:solidFill>
                  <a:srgbClr val="52665C"/>
                </a:solidFill>
                <a:latin typeface="Apple SD Gothic Neo"/>
                <a:ea typeface="Apple SD Gothic Neo"/>
                <a:cs typeface="Apple SD Gothic Neo"/>
              </a:defRPr>
            </a:lvl1pPr>
            <a:lvl2pPr>
              <a:defRPr sz="1800" b="0">
                <a:solidFill>
                  <a:srgbClr val="52665C"/>
                </a:solidFill>
                <a:latin typeface="Apple SD Gothic Neo"/>
                <a:ea typeface="Apple SD Gothic Neo"/>
                <a:cs typeface="Apple SD Gothic Neo"/>
              </a:defRPr>
            </a:lvl2pPr>
            <a:lvl3pPr>
              <a:defRPr sz="1800" b="0">
                <a:solidFill>
                  <a:srgbClr val="52665C"/>
                </a:solidFill>
                <a:latin typeface="Apple SD Gothic Neo"/>
                <a:ea typeface="Apple SD Gothic Neo"/>
                <a:cs typeface="Apple SD Gothic Neo"/>
              </a:defRPr>
            </a:lvl3pPr>
            <a:lvl4pPr>
              <a:defRPr sz="1800" b="0">
                <a:solidFill>
                  <a:srgbClr val="52665C"/>
                </a:solidFill>
                <a:latin typeface="Apple SD Gothic Neo"/>
                <a:ea typeface="Apple SD Gothic Neo"/>
                <a:cs typeface="Apple SD Gothic Neo"/>
              </a:defRPr>
            </a:lvl4pPr>
            <a:lvl5pPr>
              <a:defRPr sz="1800" b="0">
                <a:solidFill>
                  <a:srgbClr val="52665C"/>
                </a:solidFill>
                <a:latin typeface="Apple SD Gothic Neo"/>
                <a:ea typeface="Apple SD Gothic Neo"/>
                <a:cs typeface="Apple SD Gothic Neo"/>
              </a:defRPr>
            </a:lvl5pPr>
            <a:lvl6pPr>
              <a:defRPr sz="1800" b="0">
                <a:solidFill>
                  <a:srgbClr val="52665C"/>
                </a:solidFill>
                <a:latin typeface="Apple SD Gothic Neo"/>
                <a:ea typeface="Apple SD Gothic Neo"/>
                <a:cs typeface="Apple SD Gothic Neo"/>
              </a:defRPr>
            </a:lvl6pPr>
            <a:lvl7pPr>
              <a:defRPr sz="1800" b="0">
                <a:solidFill>
                  <a:srgbClr val="52665C"/>
                </a:solidFill>
                <a:latin typeface="Apple SD Gothic Neo"/>
                <a:ea typeface="Apple SD Gothic Neo"/>
                <a:cs typeface="Apple SD Gothic Neo"/>
              </a:defRPr>
            </a:lvl7pPr>
            <a:lvl8pPr>
              <a:defRPr sz="1800" b="0">
                <a:solidFill>
                  <a:srgbClr val="52665C"/>
                </a:solidFill>
                <a:latin typeface="Apple SD Gothic Neo"/>
                <a:ea typeface="Apple SD Gothic Neo"/>
                <a:cs typeface="Apple SD Gothic Neo"/>
              </a:defRPr>
            </a:lvl8pPr>
            <a:lvl9pPr>
              <a:defRPr sz="1800" b="0">
                <a:solidFill>
                  <a:srgbClr val="52665C"/>
                </a:solidFill>
                <a:latin typeface="Apple SD Gothic Neo"/>
                <a:ea typeface="Apple SD Gothic Neo"/>
                <a:cs typeface="Apple SD Gothic Neo"/>
              </a:defRPr>
            </a:lvl9pPr>
          </a:lstStyle>
          <a:p xmlns:a="http://schemas.openxmlformats.org/drawingml/2006/main">
            <a:pPr>
              <a:defRPr sz="1800" b="0">
                <a:solidFill>
                  <a:srgbClr val="52665C"/>
                </a:solidFill>
                <a:latin typeface="Apple SD Gothic Neo"/>
                <a:ea typeface="Apple SD Gothic Neo"/>
                <a:cs typeface="Apple SD Gothic Neo"/>
              </a:defRPr>
            </a:pPr>
            <a:r>
              <a:rPr sz="1800" b="0">
                <a:solidFill>
                  <a:srgbClr val="52665C"/>
                </a:solidFill>
                <a:latin typeface="Apple SD Gothic Neo"/>
                <a:ea typeface="Apple SD Gothic Neo"/>
                <a:cs typeface="Apple SD Gothic Neo"/>
              </a:rPr>
              <a:t>등록 질문은 시간·토큰이 증가했습니다. 실패 호출의 토큰은 미수집입니다.</a:t>
            </a:r>
          </a:p>
          <a:p xmlns:a="http://schemas.openxmlformats.org/drawingml/2006/main">
            <a:pPr>
              <a:defRPr sz="1800" b="0">
                <a:solidFill>
                  <a:srgbClr val="52665C"/>
                </a:solidFill>
                <a:latin typeface="Apple SD Gothic Neo"/>
                <a:ea typeface="Apple SD Gothic Neo"/>
                <a:cs typeface="Apple SD Gothic Neo"/>
              </a:defRPr>
            </a:pPr>
            <a:r>
              <a:rPr sz="1800" b="0">
                <a:solidFill>
                  <a:srgbClr val="52665C"/>
                </a:solidFill>
                <a:latin typeface="Apple SD Gothic Neo"/>
                <a:ea typeface="Apple SD Gothic Neo"/>
                <a:cs typeface="Apple SD Gothic Neo"/>
              </a:rPr>
              <a:t>소수 사례이며 이후 조회 범위 보완 전의 실측입니다.</a:t>
            </a:r>
          </a:p>
        </p:txBody>
      </p:sp>
    </p:spTree>
    <p:extLst>
      <p:ext uri="{BB962C8B-B14F-4D97-AF65-F5344CB8AC3E}">
        <p14:creationId xmlns:p14="http://schemas.microsoft.com/office/powerpoint/2010/main" val="1486567161"/>
      </p:ext>
    </p:extLst>
  </p:cSld>
</p:sld>
</file>

<file path=ppt/slides/slide10.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8" name="최종 확인 / 2026.10.20">
            <a:extLst xmlns:a="http://schemas.openxmlformats.org/drawingml/2006/main">
              <a:ext uri="{FF2B5EF4-FFF2-40B4-BE49-F238E27FC236}">
                <a16:creationId xmlns:a16="http://schemas.microsoft.com/office/drawing/2014/main" id="{0C1D76CD-C71C-462E-BABE-FA5B0E64EA92}"/>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최종 확인 / 2026.10.20</a:t>
            </a:r>
          </a:p>
        </p:txBody>
      </p:sp>
      <p:sp>
        <p:nvSpPr>
          <p:cNvPr id="2" name="실제 OpenAI 최종 검증">
            <a:extLst xmlns:a="http://schemas.openxmlformats.org/drawingml/2006/main">
              <a:ext uri="{FF2B5EF4-FFF2-40B4-BE49-F238E27FC236}">
                <a16:creationId xmlns:a16="http://schemas.microsoft.com/office/drawing/2014/main" id="{3E29189D-0E45-42DB-8079-0B1C9D3C4D2E}"/>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실제 OpenAI 최종 검증</a:t>
            </a:r>
          </a:p>
        </p:txBody>
      </p:sp>
      <p:sp>
        <p:nvSpPr>
          <p:cNvPr id="3" name="INCIDENT RESPONSE AGENT">
            <a:extLst xmlns:a="http://schemas.openxmlformats.org/drawingml/2006/main">
              <a:ext uri="{FF2B5EF4-FFF2-40B4-BE49-F238E27FC236}">
                <a16:creationId xmlns:a16="http://schemas.microsoft.com/office/drawing/2014/main" id="{35C23302-EADE-4086-992D-BE4A08926B72}"/>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10">
            <a:extLst xmlns:a="http://schemas.openxmlformats.org/drawingml/2006/main">
              <a:ext uri="{FF2B5EF4-FFF2-40B4-BE49-F238E27FC236}">
                <a16:creationId xmlns:a16="http://schemas.microsoft.com/office/drawing/2014/main" id="{82BE61AC-9719-4869-AE40-3FB19962A742}"/>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10</a:t>
            </a:r>
          </a:p>
        </p:txBody>
      </p:sp>
      <p:graphicFrame>
        <p:nvGraphicFramePr>
          <p:cNvPr id="5" name="">
            <a:extLst xmlns:a="http://schemas.openxmlformats.org/drawingml/2006/main">
              <a:ext uri="{FF2B5EF4-FFF2-40B4-BE49-F238E27FC236}">
                <a16:creationId xmlns:a16="http://schemas.microsoft.com/office/drawing/2014/main" id="{E2106507-153E-4A06-BE6A-1C4CAF6A1097}"/>
              </a:ext>
            </a:extLst>
          </p:cNvPr>
          <p:cNvGraphicFramePr/>
          <p:nvPr/>
        </p:nvGraphicFramePr>
        <p:xfrm>
          <a:off xmlns:a="http://schemas.openxmlformats.org/drawingml/2006/main" x="609600" y="1733550"/>
          <a:ext xmlns:a="http://schemas.openxmlformats.org/drawingml/2006/main" cx="10972800" cy="2800350"/>
        </p:xfrm>
        <a:graphic xmlns:a="http://schemas.openxmlformats.org/drawingml/2006/main">
          <a:graphicData uri="http://schemas.openxmlformats.org/drawingml/2006/table">
            <a:tbl>
              <a:tblPr/>
              <a:tblGrid>
                <a:gridCol w="3714750"/>
                <a:gridCol w="5067300"/>
                <a:gridCol w="2190750"/>
              </a:tblGrid>
              <a:tr h="700088">
                <a:tc>
                  <a:txBody>
                    <a:bodyPr/>
                    <a:lstStyle/>
                    <a:p>
                      <a:r>
                        <a:rPr sz="1950" b="1">
                          <a:solidFill>
                            <a:srgbClr val="FFFFFF"/>
                          </a:solidFill>
                          <a:latin typeface="Apple SD Gothic Neo"/>
                          <a:ea typeface="Apple SD Gothic Neo"/>
                          <a:cs typeface="Apple SD Gothic Neo"/>
                        </a:rPr>
                        <a:t>질문</a:t>
                      </a:r>
                    </a:p>
                  </a:txBody>
                  <a:tcPr marL="152400" marR="152400" marT="114300" marB="114300" anchor="ctr">
                    <a:lnL w="9525">
                      <a:solidFill>
                        <a:srgbClr val="CFDCD3"/>
                      </a:solidFill>
                      <a:prstDash val="solid"/>
                    </a:lnL>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950" b="1">
                          <a:solidFill>
                            <a:srgbClr val="FFFFFF"/>
                          </a:solidFill>
                          <a:latin typeface="Apple SD Gothic Neo"/>
                          <a:ea typeface="Apple SD Gothic Neo"/>
                          <a:cs typeface="Apple SD Gothic Neo"/>
                        </a:rPr>
                        <a:t>결과</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950" b="1">
                          <a:solidFill>
                            <a:srgbClr val="FFFFFF"/>
                          </a:solidFill>
                          <a:latin typeface="Apple SD Gothic Neo"/>
                          <a:ea typeface="Apple SD Gothic Neo"/>
                          <a:cs typeface="Apple SD Gothic Neo"/>
                        </a:rPr>
                        <a:t>API 호출</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r>
              <a:tr h="700088">
                <a:tc>
                  <a:txBody>
                    <a:bodyPr/>
                    <a:lstStyle/>
                    <a:p>
                      <a:r>
                        <a:rPr sz="1950" b="0">
                          <a:solidFill>
                            <a:srgbClr val="182C25"/>
                          </a:solidFill>
                          <a:latin typeface="Apple SD Gothic Neo"/>
                          <a:ea typeface="Apple SD Gothic Neo"/>
                          <a:cs typeface="Apple SD Gothic Neo"/>
                        </a:rPr>
                        <a:t>등록 payments-service</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950" b="0">
                          <a:solidFill>
                            <a:srgbClr val="182C25"/>
                          </a:solidFill>
                          <a:latin typeface="Apple SD Gothic Neo"/>
                          <a:ea typeface="Apple SD Gothic Neo"/>
                          <a:cs typeface="Apple SD Gothic Neo"/>
                        </a:rPr>
                        <a:t>검증 1회 합격 / 7.3942초</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950" b="0">
                          <a:solidFill>
                            <a:srgbClr val="182C25"/>
                          </a:solidFill>
                          <a:latin typeface="Apple SD Gothic Neo"/>
                          <a:ea typeface="Apple SD Gothic Neo"/>
                          <a:cs typeface="Apple SD Gothic Neo"/>
                        </a:rPr>
                        <a:t>4회</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700088">
                <a:tc>
                  <a:txBody>
                    <a:bodyPr/>
                    <a:lstStyle/>
                    <a:p>
                      <a:r>
                        <a:rPr sz="1950" b="0">
                          <a:solidFill>
                            <a:srgbClr val="182C25"/>
                          </a:solidFill>
                          <a:latin typeface="Apple SD Gothic Neo"/>
                          <a:ea typeface="Apple SD Gothic Neo"/>
                          <a:cs typeface="Apple SD Gothic Neo"/>
                        </a:rPr>
                        <a:t>미등록 billing-service</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1950" b="0">
                          <a:solidFill>
                            <a:srgbClr val="182C25"/>
                          </a:solidFill>
                          <a:latin typeface="Apple SD Gothic Neo"/>
                          <a:ea typeface="Apple SD Gothic Neo"/>
                          <a:cs typeface="Apple SD Gothic Neo"/>
                        </a:rPr>
                        <a:t>시스템명 확인 / 0.0057초</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c>
                  <a:txBody>
                    <a:bodyPr/>
                    <a:lstStyle/>
                    <a:p>
                      <a:r>
                        <a:rPr sz="1950" b="0">
                          <a:solidFill>
                            <a:srgbClr val="182C25"/>
                          </a:solidFill>
                          <a:latin typeface="Apple SD Gothic Neo"/>
                          <a:ea typeface="Apple SD Gothic Neo"/>
                          <a:cs typeface="Apple SD Gothic Neo"/>
                        </a:rPr>
                        <a:t>0회</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r h="700088">
                <a:tc>
                  <a:txBody>
                    <a:bodyPr/>
                    <a:lstStyle/>
                    <a:p>
                      <a:r>
                        <a:rPr sz="1950" b="0">
                          <a:solidFill>
                            <a:srgbClr val="182C25"/>
                          </a:solidFill>
                          <a:latin typeface="Apple SD Gothic Neo"/>
                          <a:ea typeface="Apple SD Gothic Neo"/>
                          <a:cs typeface="Apple SD Gothic Neo"/>
                        </a:rPr>
                        <a:t>등록·미등록 혼합</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950" b="0">
                          <a:solidFill>
                            <a:srgbClr val="182C25"/>
                          </a:solidFill>
                          <a:latin typeface="Apple SD Gothic Neo"/>
                          <a:ea typeface="Apple SD Gothic Neo"/>
                          <a:cs typeface="Apple SD Gothic Neo"/>
                        </a:rPr>
                        <a:t>시스템명 확인 / 0.0047초</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c>
                  <a:txBody>
                    <a:bodyPr/>
                    <a:lstStyle/>
                    <a:p>
                      <a:r>
                        <a:rPr sz="1950" b="0">
                          <a:solidFill>
                            <a:srgbClr val="182C25"/>
                          </a:solidFill>
                          <a:latin typeface="Apple SD Gothic Neo"/>
                          <a:ea typeface="Apple SD Gothic Neo"/>
                          <a:cs typeface="Apple SD Gothic Neo"/>
                        </a:rPr>
                        <a:t>0회</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bl>
          </a:graphicData>
        </a:graphic>
      </p:graphicFrame>
      <p:sp>
        <p:nvSpPr>
          <p:cNvPr id="6" name="gpt-4o-mini 3회 + gpt-4o 1회, API 응답 사용량 합계 1,6">
            <a:extLst xmlns:a="http://schemas.openxmlformats.org/drawingml/2006/main">
              <a:ext uri="{FF2B5EF4-FFF2-40B4-BE49-F238E27FC236}">
                <a16:creationId xmlns:a16="http://schemas.microsoft.com/office/drawing/2014/main" id="{FB1DEAC5-3592-4F6D-A9D9-E16F14A3EF57}"/>
              </a:ext>
            </a:extLst>
          </p:cNvPr>
          <p:cNvSpPr>
            <a:spLocks xmlns:a="http://schemas.openxmlformats.org/drawingml/2006/main" noGrp="1"/>
          </p:cNvSpPr>
          <p:nvPr/>
        </p:nvSpPr>
        <p:spPr>
          <a:xfrm xmlns:a="http://schemas.openxmlformats.org/drawingml/2006/main">
            <a:off x="609600" y="48958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28644F"/>
                </a:solidFill>
                <a:latin typeface="Apple SD Gothic Neo"/>
                <a:ea typeface="Apple SD Gothic Neo"/>
                <a:cs typeface="Apple SD Gothic Neo"/>
              </a:defRPr>
            </a:defPPr>
            <a:lvl1pPr>
              <a:defRPr sz="2025" b="1">
                <a:solidFill>
                  <a:srgbClr val="28644F"/>
                </a:solidFill>
                <a:latin typeface="Apple SD Gothic Neo"/>
                <a:ea typeface="Apple SD Gothic Neo"/>
                <a:cs typeface="Apple SD Gothic Neo"/>
              </a:defRPr>
            </a:lvl1pPr>
            <a:lvl2pPr>
              <a:defRPr sz="2025" b="1">
                <a:solidFill>
                  <a:srgbClr val="28644F"/>
                </a:solidFill>
                <a:latin typeface="Apple SD Gothic Neo"/>
                <a:ea typeface="Apple SD Gothic Neo"/>
                <a:cs typeface="Apple SD Gothic Neo"/>
              </a:defRPr>
            </a:lvl2pPr>
            <a:lvl3pPr>
              <a:defRPr sz="2025" b="1">
                <a:solidFill>
                  <a:srgbClr val="28644F"/>
                </a:solidFill>
                <a:latin typeface="Apple SD Gothic Neo"/>
                <a:ea typeface="Apple SD Gothic Neo"/>
                <a:cs typeface="Apple SD Gothic Neo"/>
              </a:defRPr>
            </a:lvl3pPr>
            <a:lvl4pPr>
              <a:defRPr sz="2025" b="1">
                <a:solidFill>
                  <a:srgbClr val="28644F"/>
                </a:solidFill>
                <a:latin typeface="Apple SD Gothic Neo"/>
                <a:ea typeface="Apple SD Gothic Neo"/>
                <a:cs typeface="Apple SD Gothic Neo"/>
              </a:defRPr>
            </a:lvl4pPr>
            <a:lvl5pPr>
              <a:defRPr sz="2025" b="1">
                <a:solidFill>
                  <a:srgbClr val="28644F"/>
                </a:solidFill>
                <a:latin typeface="Apple SD Gothic Neo"/>
                <a:ea typeface="Apple SD Gothic Neo"/>
                <a:cs typeface="Apple SD Gothic Neo"/>
              </a:defRPr>
            </a:lvl5pPr>
            <a:lvl6pPr>
              <a:defRPr sz="2025" b="1">
                <a:solidFill>
                  <a:srgbClr val="28644F"/>
                </a:solidFill>
                <a:latin typeface="Apple SD Gothic Neo"/>
                <a:ea typeface="Apple SD Gothic Neo"/>
                <a:cs typeface="Apple SD Gothic Neo"/>
              </a:defRPr>
            </a:lvl6pPr>
            <a:lvl7pPr>
              <a:defRPr sz="2025" b="1">
                <a:solidFill>
                  <a:srgbClr val="28644F"/>
                </a:solidFill>
                <a:latin typeface="Apple SD Gothic Neo"/>
                <a:ea typeface="Apple SD Gothic Neo"/>
                <a:cs typeface="Apple SD Gothic Neo"/>
              </a:defRPr>
            </a:lvl7pPr>
            <a:lvl8pPr>
              <a:defRPr sz="2025" b="1">
                <a:solidFill>
                  <a:srgbClr val="28644F"/>
                </a:solidFill>
                <a:latin typeface="Apple SD Gothic Neo"/>
                <a:ea typeface="Apple SD Gothic Neo"/>
                <a:cs typeface="Apple SD Gothic Neo"/>
              </a:defRPr>
            </a:lvl8pPr>
            <a:lvl9pPr>
              <a:defRPr sz="2025" b="1">
                <a:solidFill>
                  <a:srgbClr val="28644F"/>
                </a:solidFill>
                <a:latin typeface="Apple SD Gothic Neo"/>
                <a:ea typeface="Apple SD Gothic Neo"/>
                <a:cs typeface="Apple SD Gothic Neo"/>
              </a:defRPr>
            </a:lvl9pPr>
          </a:lstStyle>
          <a:p xmlns:a="http://schemas.openxmlformats.org/drawingml/2006/main">
            <a:pPr>
              <a:defRPr sz="2025" b="1">
                <a:solidFill>
                  <a:srgbClr val="28644F"/>
                </a:solidFill>
                <a:latin typeface="Apple SD Gothic Neo"/>
                <a:ea typeface="Apple SD Gothic Neo"/>
                <a:cs typeface="Apple SD Gothic Neo"/>
              </a:defRPr>
            </a:pPr>
            <a:r>
              <a:rPr sz="2025" b="1">
                <a:solidFill>
                  <a:srgbClr val="28644F"/>
                </a:solidFill>
                <a:latin typeface="Apple SD Gothic Neo"/>
                <a:ea typeface="Apple SD Gothic Neo"/>
                <a:cs typeface="Apple SD Gothic Neo"/>
              </a:rPr>
              <a:t>gpt-4o-mini 3회 + gpt-4o 1회, API 응답 사용량 합계 1,697토큰</a:t>
            </a:r>
          </a:p>
        </p:txBody>
      </p:sp>
      <p:sp>
        <p:nvSpPr>
          <p:cNvPr id="7" name="실제 MCP·FastAPI SSE, 임시 DB 사용, LangSmith 추적 해제">
            <a:extLst xmlns:a="http://schemas.openxmlformats.org/drawingml/2006/main">
              <a:ext uri="{FF2B5EF4-FFF2-40B4-BE49-F238E27FC236}">
                <a16:creationId xmlns:a16="http://schemas.microsoft.com/office/drawing/2014/main" id="{2198F1DB-751F-4D8F-B90E-57B0FA173A57}"/>
              </a:ext>
            </a:extLst>
          </p:cNvPr>
          <p:cNvSpPr>
            <a:spLocks xmlns:a="http://schemas.openxmlformats.org/drawingml/2006/main" noGrp="1"/>
          </p:cNvSpPr>
          <p:nvPr/>
        </p:nvSpPr>
        <p:spPr>
          <a:xfrm xmlns:a="http://schemas.openxmlformats.org/drawingml/2006/main">
            <a:off x="609600" y="54673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65C"/>
                </a:solidFill>
                <a:latin typeface="Apple SD Gothic Neo"/>
                <a:ea typeface="Apple SD Gothic Neo"/>
                <a:cs typeface="Apple SD Gothic Neo"/>
              </a:defRPr>
            </a:defPPr>
            <a:lvl1pPr>
              <a:defRPr sz="1800" b="0">
                <a:solidFill>
                  <a:srgbClr val="52665C"/>
                </a:solidFill>
                <a:latin typeface="Apple SD Gothic Neo"/>
                <a:ea typeface="Apple SD Gothic Neo"/>
                <a:cs typeface="Apple SD Gothic Neo"/>
              </a:defRPr>
            </a:lvl1pPr>
            <a:lvl2pPr>
              <a:defRPr sz="1800" b="0">
                <a:solidFill>
                  <a:srgbClr val="52665C"/>
                </a:solidFill>
                <a:latin typeface="Apple SD Gothic Neo"/>
                <a:ea typeface="Apple SD Gothic Neo"/>
                <a:cs typeface="Apple SD Gothic Neo"/>
              </a:defRPr>
            </a:lvl2pPr>
            <a:lvl3pPr>
              <a:defRPr sz="1800" b="0">
                <a:solidFill>
                  <a:srgbClr val="52665C"/>
                </a:solidFill>
                <a:latin typeface="Apple SD Gothic Neo"/>
                <a:ea typeface="Apple SD Gothic Neo"/>
                <a:cs typeface="Apple SD Gothic Neo"/>
              </a:defRPr>
            </a:lvl3pPr>
            <a:lvl4pPr>
              <a:defRPr sz="1800" b="0">
                <a:solidFill>
                  <a:srgbClr val="52665C"/>
                </a:solidFill>
                <a:latin typeface="Apple SD Gothic Neo"/>
                <a:ea typeface="Apple SD Gothic Neo"/>
                <a:cs typeface="Apple SD Gothic Neo"/>
              </a:defRPr>
            </a:lvl4pPr>
            <a:lvl5pPr>
              <a:defRPr sz="1800" b="0">
                <a:solidFill>
                  <a:srgbClr val="52665C"/>
                </a:solidFill>
                <a:latin typeface="Apple SD Gothic Neo"/>
                <a:ea typeface="Apple SD Gothic Neo"/>
                <a:cs typeface="Apple SD Gothic Neo"/>
              </a:defRPr>
            </a:lvl5pPr>
            <a:lvl6pPr>
              <a:defRPr sz="1800" b="0">
                <a:solidFill>
                  <a:srgbClr val="52665C"/>
                </a:solidFill>
                <a:latin typeface="Apple SD Gothic Neo"/>
                <a:ea typeface="Apple SD Gothic Neo"/>
                <a:cs typeface="Apple SD Gothic Neo"/>
              </a:defRPr>
            </a:lvl6pPr>
            <a:lvl7pPr>
              <a:defRPr sz="1800" b="0">
                <a:solidFill>
                  <a:srgbClr val="52665C"/>
                </a:solidFill>
                <a:latin typeface="Apple SD Gothic Neo"/>
                <a:ea typeface="Apple SD Gothic Neo"/>
                <a:cs typeface="Apple SD Gothic Neo"/>
              </a:defRPr>
            </a:lvl7pPr>
            <a:lvl8pPr>
              <a:defRPr sz="1800" b="0">
                <a:solidFill>
                  <a:srgbClr val="52665C"/>
                </a:solidFill>
                <a:latin typeface="Apple SD Gothic Neo"/>
                <a:ea typeface="Apple SD Gothic Neo"/>
                <a:cs typeface="Apple SD Gothic Neo"/>
              </a:defRPr>
            </a:lvl8pPr>
            <a:lvl9pPr>
              <a:defRPr sz="1800" b="0">
                <a:solidFill>
                  <a:srgbClr val="52665C"/>
                </a:solidFill>
                <a:latin typeface="Apple SD Gothic Neo"/>
                <a:ea typeface="Apple SD Gothic Neo"/>
                <a:cs typeface="Apple SD Gothic Neo"/>
              </a:defRPr>
            </a:lvl9pPr>
          </a:lstStyle>
          <a:p xmlns:a="http://schemas.openxmlformats.org/drawingml/2006/main">
            <a:pPr>
              <a:defRPr sz="1800" b="0">
                <a:solidFill>
                  <a:srgbClr val="52665C"/>
                </a:solidFill>
                <a:latin typeface="Apple SD Gothic Neo"/>
                <a:ea typeface="Apple SD Gothic Neo"/>
                <a:cs typeface="Apple SD Gothic Neo"/>
              </a:defRPr>
            </a:pPr>
            <a:r>
              <a:rPr sz="1800" b="0">
                <a:solidFill>
                  <a:srgbClr val="52665C"/>
                </a:solidFill>
                <a:latin typeface="Apple SD Gothic Neo"/>
                <a:ea typeface="Apple SD Gothic Neo"/>
                <a:cs typeface="Apple SD Gothic Neo"/>
              </a:rPr>
              <a:t>실제 MCP·FastAPI SSE, 임시 DB 사용, LangSmith 추적 해제</a:t>
            </a:r>
          </a:p>
          <a:p xmlns:a="http://schemas.openxmlformats.org/drawingml/2006/main">
            <a:pPr>
              <a:defRPr sz="1800" b="0">
                <a:solidFill>
                  <a:srgbClr val="52665C"/>
                </a:solidFill>
                <a:latin typeface="Apple SD Gothic Neo"/>
                <a:ea typeface="Apple SD Gothic Neo"/>
                <a:cs typeface="Apple SD Gothic Neo"/>
              </a:defRPr>
            </a:pPr>
            <a:r>
              <a:rPr sz="1800" b="0">
                <a:solidFill>
                  <a:srgbClr val="52665C"/>
                </a:solidFill>
                <a:latin typeface="Apple SD Gothic Neo"/>
                <a:ea typeface="Apple SD Gothic Neo"/>
                <a:cs typeface="Apple SD Gothic Neo"/>
              </a:rPr>
              <a:t>브라우저·프록시 제외. Ollama와 다른 조건이므로 속도를 직접 비교하지 않습니다.</a:t>
            </a:r>
          </a:p>
        </p:txBody>
      </p:sp>
    </p:spTree>
    <p:extLst>
      <p:ext uri="{BB962C8B-B14F-4D97-AF65-F5344CB8AC3E}">
        <p14:creationId xmlns:p14="http://schemas.microsoft.com/office/powerpoint/2010/main" val="2003500834"/>
      </p:ext>
    </p:extLst>
  </p:cSld>
</p:sld>
</file>

<file path=ppt/slides/slide11.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7" name="트레이드오프">
            <a:extLst xmlns:a="http://schemas.openxmlformats.org/drawingml/2006/main">
              <a:ext uri="{FF2B5EF4-FFF2-40B4-BE49-F238E27FC236}">
                <a16:creationId xmlns:a16="http://schemas.microsoft.com/office/drawing/2014/main" id="{E2260CD2-184A-4021-92CD-99AE8E624893}"/>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트레이드오프</a:t>
            </a:r>
          </a:p>
        </p:txBody>
      </p:sp>
      <p:sp>
        <p:nvSpPr>
          <p:cNvPr id="2" name="남은 한계와 추가 개선">
            <a:extLst xmlns:a="http://schemas.openxmlformats.org/drawingml/2006/main">
              <a:ext uri="{FF2B5EF4-FFF2-40B4-BE49-F238E27FC236}">
                <a16:creationId xmlns:a16="http://schemas.microsoft.com/office/drawing/2014/main" id="{577894E0-415A-41EF-B19C-0B4FE3C97C16}"/>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남은 한계와 추가 개선</a:t>
            </a:r>
          </a:p>
        </p:txBody>
      </p:sp>
      <p:sp>
        <p:nvSpPr>
          <p:cNvPr id="3" name="INCIDENT RESPONSE AGENT">
            <a:extLst xmlns:a="http://schemas.openxmlformats.org/drawingml/2006/main">
              <a:ext uri="{FF2B5EF4-FFF2-40B4-BE49-F238E27FC236}">
                <a16:creationId xmlns:a16="http://schemas.microsoft.com/office/drawing/2014/main" id="{69519439-569E-4C83-A2B4-6B5AFEF8F9C6}"/>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11">
            <a:extLst xmlns:a="http://schemas.openxmlformats.org/drawingml/2006/main">
              <a:ext uri="{FF2B5EF4-FFF2-40B4-BE49-F238E27FC236}">
                <a16:creationId xmlns:a16="http://schemas.microsoft.com/office/drawing/2014/main" id="{DD20D789-B05A-4F1E-9117-CFADD18C7DC7}"/>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11</a:t>
            </a:r>
          </a:p>
        </p:txBody>
      </p:sp>
      <p:graphicFrame>
        <p:nvGraphicFramePr>
          <p:cNvPr id="5" name="">
            <a:extLst xmlns:a="http://schemas.openxmlformats.org/drawingml/2006/main">
              <a:ext uri="{FF2B5EF4-FFF2-40B4-BE49-F238E27FC236}">
                <a16:creationId xmlns:a16="http://schemas.microsoft.com/office/drawing/2014/main" id="{54A7907C-9769-4CEE-8441-B9AD221307A7}"/>
              </a:ext>
            </a:extLst>
          </p:cNvPr>
          <p:cNvGraphicFramePr/>
          <p:nvPr/>
        </p:nvGraphicFramePr>
        <p:xfrm>
          <a:off xmlns:a="http://schemas.openxmlformats.org/drawingml/2006/main" x="609600" y="1695450"/>
          <a:ext xmlns:a="http://schemas.openxmlformats.org/drawingml/2006/main" cx="10972800" cy="3781425"/>
        </p:xfrm>
        <a:graphic xmlns:a="http://schemas.openxmlformats.org/drawingml/2006/main">
          <a:graphicData uri="http://schemas.openxmlformats.org/drawingml/2006/table">
            <a:tbl>
              <a:tblPr/>
              <a:tblGrid>
                <a:gridCol w="5486400"/>
                <a:gridCol w="5486400"/>
              </a:tblGrid>
              <a:tr h="630238">
                <a:tc>
                  <a:txBody>
                    <a:bodyPr/>
                    <a:lstStyle/>
                    <a:p>
                      <a:r>
                        <a:rPr sz="1875" b="1">
                          <a:solidFill>
                            <a:srgbClr val="FFFFFF"/>
                          </a:solidFill>
                          <a:latin typeface="Apple SD Gothic Neo"/>
                          <a:ea typeface="Apple SD Gothic Neo"/>
                          <a:cs typeface="Apple SD Gothic Neo"/>
                        </a:rPr>
                        <a:t>현재 한계</a:t>
                      </a:r>
                    </a:p>
                  </a:txBody>
                  <a:tcPr marL="152400" marR="152400" marT="114300" marB="114300" anchor="ctr">
                    <a:lnL w="9525">
                      <a:solidFill>
                        <a:srgbClr val="CFDCD3"/>
                      </a:solidFill>
                      <a:prstDash val="solid"/>
                    </a:lnL>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c>
                  <a:txBody>
                    <a:bodyPr/>
                    <a:lstStyle/>
                    <a:p>
                      <a:r>
                        <a:rPr sz="1875" b="1">
                          <a:solidFill>
                            <a:srgbClr val="FFFFFF"/>
                          </a:solidFill>
                          <a:latin typeface="Apple SD Gothic Neo"/>
                          <a:ea typeface="Apple SD Gothic Neo"/>
                          <a:cs typeface="Apple SD Gothic Neo"/>
                        </a:rPr>
                        <a:t>추가 개선 후보</a:t>
                      </a:r>
                    </a:p>
                  </a:txBody>
                  <a:tcPr marL="152400" marR="152400" marT="114300" marB="114300" anchor="ctr">
                    <a:lnR w="9525">
                      <a:solidFill>
                        <a:srgbClr val="CFDCD3"/>
                      </a:solidFill>
                      <a:prstDash val="solid"/>
                    </a:lnR>
                    <a:lnT w="9525">
                      <a:solidFill>
                        <a:srgbClr val="CFDCD3"/>
                      </a:solidFill>
                      <a:prstDash val="solid"/>
                    </a:lnT>
                    <a:lnB w="9525">
                      <a:solidFill>
                        <a:srgbClr val="CFDCD3"/>
                      </a:solidFill>
                      <a:prstDash val="solid"/>
                    </a:lnB>
                    <a:solidFill>
                      <a:srgbClr val="28644F"/>
                    </a:solidFill>
                  </a:tcPr>
                </a:tc>
              </a:tr>
              <a:tr h="630238">
                <a:tc>
                  <a:txBody>
                    <a:bodyPr/>
                    <a:lstStyle/>
                    <a:p>
                      <a:r>
                        <a:rPr sz="1875" b="0">
                          <a:solidFill>
                            <a:srgbClr val="182C25"/>
                          </a:solidFill>
                          <a:latin typeface="Apple SD Gothic Neo"/>
                          <a:ea typeface="Apple SD Gothic Neo"/>
                          <a:cs typeface="Apple SD Gothic Neo"/>
                        </a:rPr>
                        <a:t>수치 존재만 확인</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시스템·지표·시점의 구조화 검증</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630238">
                <a:tc>
                  <a:txBody>
                    <a:bodyPr/>
                    <a:lstStyle/>
                    <a:p>
                      <a:r>
                        <a:rPr sz="1875" b="0">
                          <a:solidFill>
                            <a:srgbClr val="182C25"/>
                          </a:solidFill>
                          <a:latin typeface="Apple SD Gothic Neo"/>
                          <a:ea typeface="Apple SD Gothic Neo"/>
                          <a:cs typeface="Apple SD Gothic Neo"/>
                        </a:rPr>
                        <a:t>로그·배포·시계열 미수집</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1875" b="0">
                          <a:solidFill>
                            <a:srgbClr val="182C25"/>
                          </a:solidFill>
                          <a:latin typeface="Apple SD Gothic Neo"/>
                          <a:ea typeface="Apple SD Gothic Neo"/>
                          <a:cs typeface="Apple SD Gothic Neo"/>
                        </a:rPr>
                        <a:t>실제 관측 도구와 자료 출처 추가</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r h="630238">
                <a:tc>
                  <a:txBody>
                    <a:bodyPr/>
                    <a:lstStyle/>
                    <a:p>
                      <a:r>
                        <a:rPr sz="1875" b="0">
                          <a:solidFill>
                            <a:srgbClr val="182C25"/>
                          </a:solidFill>
                          <a:latin typeface="Apple SD Gothic Neo"/>
                          <a:ea typeface="Apple SD Gothic Neo"/>
                          <a:cs typeface="Apple SD Gothic Neo"/>
                        </a:rPr>
                        <a:t>검증 전 초안 노출</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검증 후 공개 정책 검토</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r h="630238">
                <a:tc>
                  <a:txBody>
                    <a:bodyPr/>
                    <a:lstStyle/>
                    <a:p>
                      <a:r>
                        <a:rPr sz="1875" b="0">
                          <a:solidFill>
                            <a:srgbClr val="182C25"/>
                          </a:solidFill>
                          <a:latin typeface="Apple SD Gothic Neo"/>
                          <a:ea typeface="Apple SD Gothic Neo"/>
                          <a:cs typeface="Apple SD Gothic Neo"/>
                        </a:rPr>
                        <a:t>별칭·대상 누락·v1 미지원</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E6EFE8"/>
                    </a:solidFill>
                  </a:tcPr>
                </a:tc>
                <a:tc>
                  <a:txBody>
                    <a:bodyPr/>
                    <a:lstStyle/>
                    <a:p>
                      <a:r>
                        <a:rPr sz="1875" b="0">
                          <a:solidFill>
                            <a:srgbClr val="182C25"/>
                          </a:solidFill>
                          <a:latin typeface="Apple SD Gothic Neo"/>
                          <a:ea typeface="Apple SD Gothic Neo"/>
                          <a:cs typeface="Apple SD Gothic Neo"/>
                        </a:rPr>
                        <a:t>대상 확인 질문과 공통 진입 경계</a:t>
                      </a:r>
                    </a:p>
                  </a:txBody>
                  <a:tcPr marL="152400" marR="152400" marT="114300" marB="114300" anchor="ctr">
                    <a:lnR w="9525">
                      <a:solidFill>
                        <a:srgbClr val="CFDCD3"/>
                      </a:solidFill>
                      <a:prstDash val="solid"/>
                    </a:lnR>
                    <a:lnB w="9525">
                      <a:solidFill>
                        <a:srgbClr val="CFDCD3"/>
                      </a:solidFill>
                      <a:prstDash val="solid"/>
                    </a:lnB>
                    <a:solidFill>
                      <a:srgbClr val="E6EFE8"/>
                    </a:solidFill>
                  </a:tcPr>
                </a:tc>
              </a:tr>
              <a:tr h="630238">
                <a:tc>
                  <a:txBody>
                    <a:bodyPr/>
                    <a:lstStyle/>
                    <a:p>
                      <a:r>
                        <a:rPr sz="1875" b="0">
                          <a:solidFill>
                            <a:srgbClr val="182C25"/>
                          </a:solidFill>
                          <a:latin typeface="Apple SD Gothic Neo"/>
                          <a:ea typeface="Apple SD Gothic Neo"/>
                          <a:cs typeface="Apple SD Gothic Neo"/>
                        </a:rPr>
                        <a:t>동기 호출·단일 관리자 키</a:t>
                      </a:r>
                    </a:p>
                  </a:txBody>
                  <a:tcPr marL="152400" marR="152400" marT="114300" marB="114300" anchor="ctr">
                    <a:lnL w="9525">
                      <a:solidFill>
                        <a:srgbClr val="CFDCD3"/>
                      </a:solidFill>
                      <a:prstDash val="solid"/>
                    </a:lnL>
                    <a:lnR w="9525">
                      <a:solidFill>
                        <a:srgbClr val="CFDCD3"/>
                      </a:solidFill>
                      <a:prstDash val="solid"/>
                    </a:lnR>
                    <a:lnB w="9525">
                      <a:solidFill>
                        <a:srgbClr val="CFDCD3"/>
                      </a:solidFill>
                      <a:prstDash val="solid"/>
                    </a:lnB>
                    <a:solidFill>
                      <a:srgbClr val="FFFFFF"/>
                    </a:solidFill>
                  </a:tcPr>
                </a:tc>
                <a:tc>
                  <a:txBody>
                    <a:bodyPr/>
                    <a:lstStyle/>
                    <a:p>
                      <a:r>
                        <a:rPr sz="1875" b="0">
                          <a:solidFill>
                            <a:srgbClr val="182C25"/>
                          </a:solidFill>
                          <a:latin typeface="Apple SD Gothic Neo"/>
                          <a:ea typeface="Apple SD Gothic Neo"/>
                          <a:cs typeface="Apple SD Gothic Neo"/>
                        </a:rPr>
                        <a:t>출력·동시성 제어, 사용자별 권한</a:t>
                      </a:r>
                    </a:p>
                  </a:txBody>
                  <a:tcPr marL="152400" marR="152400" marT="114300" marB="114300" anchor="ctr">
                    <a:lnR w="9525">
                      <a:solidFill>
                        <a:srgbClr val="CFDCD3"/>
                      </a:solidFill>
                      <a:prstDash val="solid"/>
                    </a:lnR>
                    <a:lnB w="9525">
                      <a:solidFill>
                        <a:srgbClr val="CFDCD3"/>
                      </a:solidFill>
                      <a:prstDash val="solid"/>
                    </a:lnB>
                    <a:solidFill>
                      <a:srgbClr val="FFFFFF"/>
                    </a:solidFill>
                  </a:tcPr>
                </a:tc>
              </a:tr>
            </a:tbl>
          </a:graphicData>
        </a:graphic>
      </p:graphicFrame>
      <p:sp>
        <p:nvSpPr>
          <p:cNvPr id="6" name="RAG·벡터 DB·MCP 네트워크 서비스 분리는 이번 구현 범위에 포함하지 않았습">
            <a:extLst xmlns:a="http://schemas.openxmlformats.org/drawingml/2006/main">
              <a:ext uri="{FF2B5EF4-FFF2-40B4-BE49-F238E27FC236}">
                <a16:creationId xmlns:a16="http://schemas.microsoft.com/office/drawing/2014/main" id="{14FDAC09-AA65-434C-BD11-D69D920FAEAA}"/>
              </a:ext>
            </a:extLst>
          </p:cNvPr>
          <p:cNvSpPr>
            <a:spLocks xmlns:a="http://schemas.openxmlformats.org/drawingml/2006/main" noGrp="1"/>
          </p:cNvSpPr>
          <p:nvPr/>
        </p:nvSpPr>
        <p:spPr>
          <a:xfrm xmlns:a="http://schemas.openxmlformats.org/drawingml/2006/main">
            <a:off x="609600" y="57912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65C"/>
                </a:solidFill>
                <a:latin typeface="Apple SD Gothic Neo"/>
                <a:ea typeface="Apple SD Gothic Neo"/>
                <a:cs typeface="Apple SD Gothic Neo"/>
              </a:defRPr>
            </a:defPPr>
            <a:lvl1pPr>
              <a:defRPr sz="1725" b="0">
                <a:solidFill>
                  <a:srgbClr val="52665C"/>
                </a:solidFill>
                <a:latin typeface="Apple SD Gothic Neo"/>
                <a:ea typeface="Apple SD Gothic Neo"/>
                <a:cs typeface="Apple SD Gothic Neo"/>
              </a:defRPr>
            </a:lvl1pPr>
            <a:lvl2pPr>
              <a:defRPr sz="1725" b="0">
                <a:solidFill>
                  <a:srgbClr val="52665C"/>
                </a:solidFill>
                <a:latin typeface="Apple SD Gothic Neo"/>
                <a:ea typeface="Apple SD Gothic Neo"/>
                <a:cs typeface="Apple SD Gothic Neo"/>
              </a:defRPr>
            </a:lvl2pPr>
            <a:lvl3pPr>
              <a:defRPr sz="1725" b="0">
                <a:solidFill>
                  <a:srgbClr val="52665C"/>
                </a:solidFill>
                <a:latin typeface="Apple SD Gothic Neo"/>
                <a:ea typeface="Apple SD Gothic Neo"/>
                <a:cs typeface="Apple SD Gothic Neo"/>
              </a:defRPr>
            </a:lvl3pPr>
            <a:lvl4pPr>
              <a:defRPr sz="1725" b="0">
                <a:solidFill>
                  <a:srgbClr val="52665C"/>
                </a:solidFill>
                <a:latin typeface="Apple SD Gothic Neo"/>
                <a:ea typeface="Apple SD Gothic Neo"/>
                <a:cs typeface="Apple SD Gothic Neo"/>
              </a:defRPr>
            </a:lvl4pPr>
            <a:lvl5pPr>
              <a:defRPr sz="1725" b="0">
                <a:solidFill>
                  <a:srgbClr val="52665C"/>
                </a:solidFill>
                <a:latin typeface="Apple SD Gothic Neo"/>
                <a:ea typeface="Apple SD Gothic Neo"/>
                <a:cs typeface="Apple SD Gothic Neo"/>
              </a:defRPr>
            </a:lvl5pPr>
            <a:lvl6pPr>
              <a:defRPr sz="1725" b="0">
                <a:solidFill>
                  <a:srgbClr val="52665C"/>
                </a:solidFill>
                <a:latin typeface="Apple SD Gothic Neo"/>
                <a:ea typeface="Apple SD Gothic Neo"/>
                <a:cs typeface="Apple SD Gothic Neo"/>
              </a:defRPr>
            </a:lvl6pPr>
            <a:lvl7pPr>
              <a:defRPr sz="1725" b="0">
                <a:solidFill>
                  <a:srgbClr val="52665C"/>
                </a:solidFill>
                <a:latin typeface="Apple SD Gothic Neo"/>
                <a:ea typeface="Apple SD Gothic Neo"/>
                <a:cs typeface="Apple SD Gothic Neo"/>
              </a:defRPr>
            </a:lvl7pPr>
            <a:lvl8pPr>
              <a:defRPr sz="1725" b="0">
                <a:solidFill>
                  <a:srgbClr val="52665C"/>
                </a:solidFill>
                <a:latin typeface="Apple SD Gothic Neo"/>
                <a:ea typeface="Apple SD Gothic Neo"/>
                <a:cs typeface="Apple SD Gothic Neo"/>
              </a:defRPr>
            </a:lvl8pPr>
            <a:lvl9pPr>
              <a:defRPr sz="1725" b="0">
                <a:solidFill>
                  <a:srgbClr val="52665C"/>
                </a:solidFill>
                <a:latin typeface="Apple SD Gothic Neo"/>
                <a:ea typeface="Apple SD Gothic Neo"/>
                <a:cs typeface="Apple SD Gothic Neo"/>
              </a:defRPr>
            </a:lvl9pPr>
          </a:lstStyle>
          <a:p xmlns:a="http://schemas.openxmlformats.org/drawingml/2006/main">
            <a:pPr>
              <a:defRPr sz="1725" b="0">
                <a:solidFill>
                  <a:srgbClr val="52665C"/>
                </a:solidFill>
                <a:latin typeface="Apple SD Gothic Neo"/>
                <a:ea typeface="Apple SD Gothic Neo"/>
                <a:cs typeface="Apple SD Gothic Neo"/>
              </a:defRPr>
            </a:pPr>
            <a:r>
              <a:rPr sz="1725" b="0">
                <a:solidFill>
                  <a:srgbClr val="52665C"/>
                </a:solidFill>
                <a:latin typeface="Apple SD Gothic Neo"/>
                <a:ea typeface="Apple SD Gothic Neo"/>
                <a:cs typeface="Apple SD Gothic Neo"/>
              </a:rPr>
              <a:t>RAG·벡터 DB·MCP 네트워크 서비스 분리는 이번 구현 범위에 포함하지 않았습니다.</a:t>
            </a:r>
          </a:p>
        </p:txBody>
      </p:sp>
    </p:spTree>
    <p:extLst>
      <p:ext uri="{BB962C8B-B14F-4D97-AF65-F5344CB8AC3E}">
        <p14:creationId xmlns:p14="http://schemas.microsoft.com/office/powerpoint/2010/main" val="706867467"/>
      </p:ext>
    </p:extLst>
  </p:cSld>
</p:sld>
</file>

<file path=ppt/slides/slide12.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11" name="LESSONS LEARNED">
            <a:extLst xmlns:a="http://schemas.openxmlformats.org/drawingml/2006/main">
              <a:ext uri="{FF2B5EF4-FFF2-40B4-BE49-F238E27FC236}">
                <a16:creationId xmlns:a16="http://schemas.microsoft.com/office/drawing/2014/main" id="{6833E9A4-0E12-498F-B30F-EC8D1E7F23D4}"/>
              </a:ext>
            </a:extLst>
          </p:cNvPr>
          <p:cNvSpPr>
            <a:spLocks xmlns:a="http://schemas.openxmlformats.org/drawingml/2006/main" noGrp="1"/>
          </p:cNvSpPr>
          <p:nvPr/>
        </p:nvSpPr>
        <p:spPr>
          <a:xfrm xmlns:a="http://schemas.openxmlformats.org/drawingml/2006/main">
            <a:off x="609600" y="3238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28644F"/>
                </a:solidFill>
                <a:latin typeface="Apple SD Gothic Neo"/>
                <a:ea typeface="Apple SD Gothic Neo"/>
                <a:cs typeface="Apple SD Gothic Neo"/>
              </a:defRPr>
            </a:defPPr>
            <a:lvl1pPr>
              <a:defRPr sz="1350" b="1">
                <a:solidFill>
                  <a:srgbClr val="28644F"/>
                </a:solidFill>
                <a:latin typeface="Apple SD Gothic Neo"/>
                <a:ea typeface="Apple SD Gothic Neo"/>
                <a:cs typeface="Apple SD Gothic Neo"/>
              </a:defRPr>
            </a:lvl1pPr>
            <a:lvl2pPr>
              <a:defRPr sz="1350" b="1">
                <a:solidFill>
                  <a:srgbClr val="28644F"/>
                </a:solidFill>
                <a:latin typeface="Apple SD Gothic Neo"/>
                <a:ea typeface="Apple SD Gothic Neo"/>
                <a:cs typeface="Apple SD Gothic Neo"/>
              </a:defRPr>
            </a:lvl2pPr>
            <a:lvl3pPr>
              <a:defRPr sz="1350" b="1">
                <a:solidFill>
                  <a:srgbClr val="28644F"/>
                </a:solidFill>
                <a:latin typeface="Apple SD Gothic Neo"/>
                <a:ea typeface="Apple SD Gothic Neo"/>
                <a:cs typeface="Apple SD Gothic Neo"/>
              </a:defRPr>
            </a:lvl3pPr>
            <a:lvl4pPr>
              <a:defRPr sz="1350" b="1">
                <a:solidFill>
                  <a:srgbClr val="28644F"/>
                </a:solidFill>
                <a:latin typeface="Apple SD Gothic Neo"/>
                <a:ea typeface="Apple SD Gothic Neo"/>
                <a:cs typeface="Apple SD Gothic Neo"/>
              </a:defRPr>
            </a:lvl4pPr>
            <a:lvl5pPr>
              <a:defRPr sz="1350" b="1">
                <a:solidFill>
                  <a:srgbClr val="28644F"/>
                </a:solidFill>
                <a:latin typeface="Apple SD Gothic Neo"/>
                <a:ea typeface="Apple SD Gothic Neo"/>
                <a:cs typeface="Apple SD Gothic Neo"/>
              </a:defRPr>
            </a:lvl5pPr>
            <a:lvl6pPr>
              <a:defRPr sz="1350" b="1">
                <a:solidFill>
                  <a:srgbClr val="28644F"/>
                </a:solidFill>
                <a:latin typeface="Apple SD Gothic Neo"/>
                <a:ea typeface="Apple SD Gothic Neo"/>
                <a:cs typeface="Apple SD Gothic Neo"/>
              </a:defRPr>
            </a:lvl6pPr>
            <a:lvl7pPr>
              <a:defRPr sz="1350" b="1">
                <a:solidFill>
                  <a:srgbClr val="28644F"/>
                </a:solidFill>
                <a:latin typeface="Apple SD Gothic Neo"/>
                <a:ea typeface="Apple SD Gothic Neo"/>
                <a:cs typeface="Apple SD Gothic Neo"/>
              </a:defRPr>
            </a:lvl7pPr>
            <a:lvl8pPr>
              <a:defRPr sz="1350" b="1">
                <a:solidFill>
                  <a:srgbClr val="28644F"/>
                </a:solidFill>
                <a:latin typeface="Apple SD Gothic Neo"/>
                <a:ea typeface="Apple SD Gothic Neo"/>
                <a:cs typeface="Apple SD Gothic Neo"/>
              </a:defRPr>
            </a:lvl8pPr>
            <a:lvl9pPr>
              <a:defRPr sz="1350" b="1">
                <a:solidFill>
                  <a:srgbClr val="28644F"/>
                </a:solidFill>
                <a:latin typeface="Apple SD Gothic Neo"/>
                <a:ea typeface="Apple SD Gothic Neo"/>
                <a:cs typeface="Apple SD Gothic Neo"/>
              </a:defRPr>
            </a:lvl9pPr>
          </a:lstStyle>
          <a:p xmlns:a="http://schemas.openxmlformats.org/drawingml/2006/main">
            <a:pPr>
              <a:defRPr sz="1350" b="1">
                <a:solidFill>
                  <a:srgbClr val="28644F"/>
                </a:solidFill>
                <a:latin typeface="Apple SD Gothic Neo"/>
                <a:ea typeface="Apple SD Gothic Neo"/>
                <a:cs typeface="Apple SD Gothic Neo"/>
              </a:defRPr>
            </a:pPr>
            <a:r>
              <a:rPr sz="1350" b="1">
                <a:solidFill>
                  <a:srgbClr val="28644F"/>
                </a:solidFill>
                <a:latin typeface="Apple SD Gothic Neo"/>
                <a:ea typeface="Apple SD Gothic Neo"/>
                <a:cs typeface="Apple SD Gothic Neo"/>
              </a:rPr>
              <a:t>LESSONS LEARNED</a:t>
            </a:r>
          </a:p>
        </p:txBody>
      </p:sp>
      <p:sp>
        <p:nvSpPr>
          <p:cNvPr id="2" name="문제 해결 과정에서 배운 점">
            <a:extLst xmlns:a="http://schemas.openxmlformats.org/drawingml/2006/main">
              <a:ext uri="{FF2B5EF4-FFF2-40B4-BE49-F238E27FC236}">
                <a16:creationId xmlns:a16="http://schemas.microsoft.com/office/drawing/2014/main" id="{1A3BA1AA-5570-4239-9141-216563CD0388}"/>
              </a:ext>
            </a:extLst>
          </p:cNvPr>
          <p:cNvSpPr>
            <a:spLocks xmlns:a="http://schemas.openxmlformats.org/drawingml/2006/main" noGrp="1"/>
          </p:cNvSpPr>
          <p:nvPr/>
        </p:nvSpPr>
        <p:spPr>
          <a:xfrm xmlns:a="http://schemas.openxmlformats.org/drawingml/2006/main">
            <a:off x="609600" y="75247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82C25"/>
                </a:solidFill>
                <a:latin typeface="Apple SD Gothic Neo"/>
                <a:ea typeface="Apple SD Gothic Neo"/>
                <a:cs typeface="Apple SD Gothic Neo"/>
              </a:defRPr>
            </a:defPPr>
            <a:lvl1pPr>
              <a:defRPr sz="3300" b="1">
                <a:solidFill>
                  <a:srgbClr val="182C25"/>
                </a:solidFill>
                <a:latin typeface="Apple SD Gothic Neo"/>
                <a:ea typeface="Apple SD Gothic Neo"/>
                <a:cs typeface="Apple SD Gothic Neo"/>
              </a:defRPr>
            </a:lvl1pPr>
            <a:lvl2pPr>
              <a:defRPr sz="3300" b="1">
                <a:solidFill>
                  <a:srgbClr val="182C25"/>
                </a:solidFill>
                <a:latin typeface="Apple SD Gothic Neo"/>
                <a:ea typeface="Apple SD Gothic Neo"/>
                <a:cs typeface="Apple SD Gothic Neo"/>
              </a:defRPr>
            </a:lvl2pPr>
            <a:lvl3pPr>
              <a:defRPr sz="3300" b="1">
                <a:solidFill>
                  <a:srgbClr val="182C25"/>
                </a:solidFill>
                <a:latin typeface="Apple SD Gothic Neo"/>
                <a:ea typeface="Apple SD Gothic Neo"/>
                <a:cs typeface="Apple SD Gothic Neo"/>
              </a:defRPr>
            </a:lvl3pPr>
            <a:lvl4pPr>
              <a:defRPr sz="3300" b="1">
                <a:solidFill>
                  <a:srgbClr val="182C25"/>
                </a:solidFill>
                <a:latin typeface="Apple SD Gothic Neo"/>
                <a:ea typeface="Apple SD Gothic Neo"/>
                <a:cs typeface="Apple SD Gothic Neo"/>
              </a:defRPr>
            </a:lvl4pPr>
            <a:lvl5pPr>
              <a:defRPr sz="3300" b="1">
                <a:solidFill>
                  <a:srgbClr val="182C25"/>
                </a:solidFill>
                <a:latin typeface="Apple SD Gothic Neo"/>
                <a:ea typeface="Apple SD Gothic Neo"/>
                <a:cs typeface="Apple SD Gothic Neo"/>
              </a:defRPr>
            </a:lvl5pPr>
            <a:lvl6pPr>
              <a:defRPr sz="3300" b="1">
                <a:solidFill>
                  <a:srgbClr val="182C25"/>
                </a:solidFill>
                <a:latin typeface="Apple SD Gothic Neo"/>
                <a:ea typeface="Apple SD Gothic Neo"/>
                <a:cs typeface="Apple SD Gothic Neo"/>
              </a:defRPr>
            </a:lvl6pPr>
            <a:lvl7pPr>
              <a:defRPr sz="3300" b="1">
                <a:solidFill>
                  <a:srgbClr val="182C25"/>
                </a:solidFill>
                <a:latin typeface="Apple SD Gothic Neo"/>
                <a:ea typeface="Apple SD Gothic Neo"/>
                <a:cs typeface="Apple SD Gothic Neo"/>
              </a:defRPr>
            </a:lvl7pPr>
            <a:lvl8pPr>
              <a:defRPr sz="3300" b="1">
                <a:solidFill>
                  <a:srgbClr val="182C25"/>
                </a:solidFill>
                <a:latin typeface="Apple SD Gothic Neo"/>
                <a:ea typeface="Apple SD Gothic Neo"/>
                <a:cs typeface="Apple SD Gothic Neo"/>
              </a:defRPr>
            </a:lvl8pPr>
            <a:lvl9pPr>
              <a:defRPr sz="3300" b="1">
                <a:solidFill>
                  <a:srgbClr val="182C25"/>
                </a:solidFill>
                <a:latin typeface="Apple SD Gothic Neo"/>
                <a:ea typeface="Apple SD Gothic Neo"/>
                <a:cs typeface="Apple SD Gothic Neo"/>
              </a:defRPr>
            </a:lvl9pPr>
          </a:lstStyle>
          <a:p xmlns:a="http://schemas.openxmlformats.org/drawingml/2006/main">
            <a:pPr>
              <a:defRPr sz="3300" b="1">
                <a:solidFill>
                  <a:srgbClr val="182C25"/>
                </a:solidFill>
                <a:latin typeface="Apple SD Gothic Neo"/>
                <a:ea typeface="Apple SD Gothic Neo"/>
                <a:cs typeface="Apple SD Gothic Neo"/>
              </a:defRPr>
            </a:pPr>
            <a:r>
              <a:rPr sz="3300" b="1">
                <a:solidFill>
                  <a:srgbClr val="182C25"/>
                </a:solidFill>
                <a:latin typeface="Apple SD Gothic Neo"/>
                <a:ea typeface="Apple SD Gothic Neo"/>
                <a:cs typeface="Apple SD Gothic Neo"/>
              </a:rPr>
              <a:t>문제 해결 과정에서 배운 점</a:t>
            </a:r>
          </a:p>
        </p:txBody>
      </p:sp>
      <p:sp>
        <p:nvSpPr>
          <p:cNvPr id="3" name="INCIDENT RESPONSE AGENT">
            <a:extLst xmlns:a="http://schemas.openxmlformats.org/drawingml/2006/main">
              <a:ext uri="{FF2B5EF4-FFF2-40B4-BE49-F238E27FC236}">
                <a16:creationId xmlns:a16="http://schemas.microsoft.com/office/drawing/2014/main" id="{36469DAD-3350-4C9C-BFB8-4160C952AE45}"/>
              </a:ext>
            </a:extLst>
          </p:cNvPr>
          <p:cNvSpPr>
            <a:spLocks xmlns:a="http://schemas.openxmlformats.org/drawingml/2006/main" noGrp="1"/>
          </p:cNvSpPr>
          <p:nvPr/>
        </p:nvSpPr>
        <p:spPr>
          <a:xfrm xmlns:a="http://schemas.openxmlformats.org/drawingml/2006/main">
            <a:off x="609600" y="641032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65C"/>
                </a:solidFill>
                <a:latin typeface="Apple SD Gothic Neo"/>
                <a:ea typeface="Apple SD Gothic Neo"/>
                <a:cs typeface="Apple SD Gothic Neo"/>
              </a:defRPr>
            </a:defPPr>
            <a:lvl1pPr>
              <a:defRPr sz="1200" b="0">
                <a:solidFill>
                  <a:srgbClr val="52665C"/>
                </a:solidFill>
                <a:latin typeface="Apple SD Gothic Neo"/>
                <a:ea typeface="Apple SD Gothic Neo"/>
                <a:cs typeface="Apple SD Gothic Neo"/>
              </a:defRPr>
            </a:lvl1pPr>
            <a:lvl2pPr>
              <a:defRPr sz="1200" b="0">
                <a:solidFill>
                  <a:srgbClr val="52665C"/>
                </a:solidFill>
                <a:latin typeface="Apple SD Gothic Neo"/>
                <a:ea typeface="Apple SD Gothic Neo"/>
                <a:cs typeface="Apple SD Gothic Neo"/>
              </a:defRPr>
            </a:lvl2pPr>
            <a:lvl3pPr>
              <a:defRPr sz="1200" b="0">
                <a:solidFill>
                  <a:srgbClr val="52665C"/>
                </a:solidFill>
                <a:latin typeface="Apple SD Gothic Neo"/>
                <a:ea typeface="Apple SD Gothic Neo"/>
                <a:cs typeface="Apple SD Gothic Neo"/>
              </a:defRPr>
            </a:lvl3pPr>
            <a:lvl4pPr>
              <a:defRPr sz="1200" b="0">
                <a:solidFill>
                  <a:srgbClr val="52665C"/>
                </a:solidFill>
                <a:latin typeface="Apple SD Gothic Neo"/>
                <a:ea typeface="Apple SD Gothic Neo"/>
                <a:cs typeface="Apple SD Gothic Neo"/>
              </a:defRPr>
            </a:lvl4pPr>
            <a:lvl5pPr>
              <a:defRPr sz="1200" b="0">
                <a:solidFill>
                  <a:srgbClr val="52665C"/>
                </a:solidFill>
                <a:latin typeface="Apple SD Gothic Neo"/>
                <a:ea typeface="Apple SD Gothic Neo"/>
                <a:cs typeface="Apple SD Gothic Neo"/>
              </a:defRPr>
            </a:lvl5pPr>
            <a:lvl6pPr>
              <a:defRPr sz="1200" b="0">
                <a:solidFill>
                  <a:srgbClr val="52665C"/>
                </a:solidFill>
                <a:latin typeface="Apple SD Gothic Neo"/>
                <a:ea typeface="Apple SD Gothic Neo"/>
                <a:cs typeface="Apple SD Gothic Neo"/>
              </a:defRPr>
            </a:lvl6pPr>
            <a:lvl7pPr>
              <a:defRPr sz="1200" b="0">
                <a:solidFill>
                  <a:srgbClr val="52665C"/>
                </a:solidFill>
                <a:latin typeface="Apple SD Gothic Neo"/>
                <a:ea typeface="Apple SD Gothic Neo"/>
                <a:cs typeface="Apple SD Gothic Neo"/>
              </a:defRPr>
            </a:lvl7pPr>
            <a:lvl8pPr>
              <a:defRPr sz="1200" b="0">
                <a:solidFill>
                  <a:srgbClr val="52665C"/>
                </a:solidFill>
                <a:latin typeface="Apple SD Gothic Neo"/>
                <a:ea typeface="Apple SD Gothic Neo"/>
                <a:cs typeface="Apple SD Gothic Neo"/>
              </a:defRPr>
            </a:lvl8pPr>
            <a:lvl9pPr>
              <a:defRPr sz="1200" b="0">
                <a:solidFill>
                  <a:srgbClr val="52665C"/>
                </a:solidFill>
                <a:latin typeface="Apple SD Gothic Neo"/>
                <a:ea typeface="Apple SD Gothic Neo"/>
                <a:cs typeface="Apple SD Gothic Neo"/>
              </a:defRPr>
            </a:lvl9pPr>
          </a:lstStyle>
          <a:p xmlns:a="http://schemas.openxmlformats.org/drawingml/2006/main">
            <a:pPr>
              <a:defRPr sz="1200" b="0">
                <a:solidFill>
                  <a:srgbClr val="52665C"/>
                </a:solidFill>
                <a:latin typeface="Apple SD Gothic Neo"/>
                <a:ea typeface="Apple SD Gothic Neo"/>
                <a:cs typeface="Apple SD Gothic Neo"/>
              </a:defRPr>
            </a:pPr>
            <a:r>
              <a:rPr sz="1200" b="0">
                <a:solidFill>
                  <a:srgbClr val="52665C"/>
                </a:solidFill>
                <a:latin typeface="Apple SD Gothic Neo"/>
                <a:ea typeface="Apple SD Gothic Neo"/>
                <a:cs typeface="Apple SD Gothic Neo"/>
              </a:rPr>
              <a:t>INCIDENT RESPONSE AGENT</a:t>
            </a:r>
          </a:p>
        </p:txBody>
      </p:sp>
      <p:sp>
        <p:nvSpPr>
          <p:cNvPr id="4" name="12">
            <a:extLst xmlns:a="http://schemas.openxmlformats.org/drawingml/2006/main">
              <a:ext uri="{FF2B5EF4-FFF2-40B4-BE49-F238E27FC236}">
                <a16:creationId xmlns:a16="http://schemas.microsoft.com/office/drawing/2014/main" id="{8AF522C2-D8F1-45EF-A877-7C20E59AD7A6}"/>
              </a:ext>
            </a:extLst>
          </p:cNvPr>
          <p:cNvSpPr>
            <a:spLocks xmlns:a="http://schemas.openxmlformats.org/drawingml/2006/main" noGrp="1"/>
          </p:cNvSpPr>
          <p:nvPr/>
        </p:nvSpPr>
        <p:spPr>
          <a:xfrm xmlns:a="http://schemas.openxmlformats.org/drawingml/2006/main">
            <a:off x="11010900" y="64103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65C"/>
                </a:solidFill>
                <a:latin typeface="Apple SD Gothic Neo"/>
                <a:ea typeface="Apple SD Gothic Neo"/>
                <a:cs typeface="Apple SD Gothic Neo"/>
              </a:defRPr>
            </a:defPPr>
            <a:lvl1pPr>
              <a:defRPr sz="1350" b="0">
                <a:solidFill>
                  <a:srgbClr val="52665C"/>
                </a:solidFill>
                <a:latin typeface="Apple SD Gothic Neo"/>
                <a:ea typeface="Apple SD Gothic Neo"/>
                <a:cs typeface="Apple SD Gothic Neo"/>
              </a:defRPr>
            </a:lvl1pPr>
            <a:lvl2pPr>
              <a:defRPr sz="1350" b="0">
                <a:solidFill>
                  <a:srgbClr val="52665C"/>
                </a:solidFill>
                <a:latin typeface="Apple SD Gothic Neo"/>
                <a:ea typeface="Apple SD Gothic Neo"/>
                <a:cs typeface="Apple SD Gothic Neo"/>
              </a:defRPr>
            </a:lvl2pPr>
            <a:lvl3pPr>
              <a:defRPr sz="1350" b="0">
                <a:solidFill>
                  <a:srgbClr val="52665C"/>
                </a:solidFill>
                <a:latin typeface="Apple SD Gothic Neo"/>
                <a:ea typeface="Apple SD Gothic Neo"/>
                <a:cs typeface="Apple SD Gothic Neo"/>
              </a:defRPr>
            </a:lvl3pPr>
            <a:lvl4pPr>
              <a:defRPr sz="1350" b="0">
                <a:solidFill>
                  <a:srgbClr val="52665C"/>
                </a:solidFill>
                <a:latin typeface="Apple SD Gothic Neo"/>
                <a:ea typeface="Apple SD Gothic Neo"/>
                <a:cs typeface="Apple SD Gothic Neo"/>
              </a:defRPr>
            </a:lvl4pPr>
            <a:lvl5pPr>
              <a:defRPr sz="1350" b="0">
                <a:solidFill>
                  <a:srgbClr val="52665C"/>
                </a:solidFill>
                <a:latin typeface="Apple SD Gothic Neo"/>
                <a:ea typeface="Apple SD Gothic Neo"/>
                <a:cs typeface="Apple SD Gothic Neo"/>
              </a:defRPr>
            </a:lvl5pPr>
            <a:lvl6pPr>
              <a:defRPr sz="1350" b="0">
                <a:solidFill>
                  <a:srgbClr val="52665C"/>
                </a:solidFill>
                <a:latin typeface="Apple SD Gothic Neo"/>
                <a:ea typeface="Apple SD Gothic Neo"/>
                <a:cs typeface="Apple SD Gothic Neo"/>
              </a:defRPr>
            </a:lvl6pPr>
            <a:lvl7pPr>
              <a:defRPr sz="1350" b="0">
                <a:solidFill>
                  <a:srgbClr val="52665C"/>
                </a:solidFill>
                <a:latin typeface="Apple SD Gothic Neo"/>
                <a:ea typeface="Apple SD Gothic Neo"/>
                <a:cs typeface="Apple SD Gothic Neo"/>
              </a:defRPr>
            </a:lvl7pPr>
            <a:lvl8pPr>
              <a:defRPr sz="1350" b="0">
                <a:solidFill>
                  <a:srgbClr val="52665C"/>
                </a:solidFill>
                <a:latin typeface="Apple SD Gothic Neo"/>
                <a:ea typeface="Apple SD Gothic Neo"/>
                <a:cs typeface="Apple SD Gothic Neo"/>
              </a:defRPr>
            </a:lvl8pPr>
            <a:lvl9pPr>
              <a:defRPr sz="1350" b="0">
                <a:solidFill>
                  <a:srgbClr val="52665C"/>
                </a:solidFill>
                <a:latin typeface="Apple SD Gothic Neo"/>
                <a:ea typeface="Apple SD Gothic Neo"/>
                <a:cs typeface="Apple SD Gothic Neo"/>
              </a:defRPr>
            </a:lvl9pPr>
          </a:lstStyle>
          <a:p xmlns:a="http://schemas.openxmlformats.org/drawingml/2006/main">
            <a:pPr>
              <a:defRPr sz="1350" b="0">
                <a:solidFill>
                  <a:srgbClr val="52665C"/>
                </a:solidFill>
                <a:latin typeface="Apple SD Gothic Neo"/>
                <a:ea typeface="Apple SD Gothic Neo"/>
                <a:cs typeface="Apple SD Gothic Neo"/>
              </a:defRPr>
            </a:pPr>
            <a:r>
              <a:rPr sz="1350" b="0">
                <a:solidFill>
                  <a:srgbClr val="52665C"/>
                </a:solidFill>
                <a:latin typeface="Apple SD Gothic Neo"/>
                <a:ea typeface="Apple SD Gothic Neo"/>
                <a:cs typeface="Apple SD Gothic Neo"/>
              </a:rPr>
              <a:t>12</a:t>
            </a:r>
          </a:p>
        </p:txBody>
      </p:sp>
      <p:sp>
        <p:nvSpPr>
          <p:cNvPr id="5" name="대상 오류는 그래프 입구에서 확인">
            <a:extLst xmlns:a="http://schemas.openxmlformats.org/drawingml/2006/main">
              <a:ext uri="{FF2B5EF4-FFF2-40B4-BE49-F238E27FC236}">
                <a16:creationId xmlns:a16="http://schemas.microsoft.com/office/drawing/2014/main" id="{2042F7EC-C2F5-4886-8C0E-022A009EF3D9}"/>
              </a:ext>
            </a:extLst>
          </p:cNvPr>
          <p:cNvSpPr>
            <a:spLocks xmlns:a="http://schemas.openxmlformats.org/drawingml/2006/main" noGrp="1"/>
          </p:cNvSpPr>
          <p:nvPr/>
        </p:nvSpPr>
        <p:spPr>
          <a:xfrm xmlns:a="http://schemas.openxmlformats.org/drawingml/2006/main">
            <a:off x="609600" y="18383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28644F"/>
                </a:solidFill>
                <a:latin typeface="Apple SD Gothic Neo"/>
                <a:ea typeface="Apple SD Gothic Neo"/>
                <a:cs typeface="Apple SD Gothic Neo"/>
              </a:defRPr>
            </a:defPPr>
            <a:lvl1pPr>
              <a:defRPr sz="2400" b="1">
                <a:solidFill>
                  <a:srgbClr val="28644F"/>
                </a:solidFill>
                <a:latin typeface="Apple SD Gothic Neo"/>
                <a:ea typeface="Apple SD Gothic Neo"/>
                <a:cs typeface="Apple SD Gothic Neo"/>
              </a:defRPr>
            </a:lvl1pPr>
            <a:lvl2pPr>
              <a:defRPr sz="2400" b="1">
                <a:solidFill>
                  <a:srgbClr val="28644F"/>
                </a:solidFill>
                <a:latin typeface="Apple SD Gothic Neo"/>
                <a:ea typeface="Apple SD Gothic Neo"/>
                <a:cs typeface="Apple SD Gothic Neo"/>
              </a:defRPr>
            </a:lvl2pPr>
            <a:lvl3pPr>
              <a:defRPr sz="2400" b="1">
                <a:solidFill>
                  <a:srgbClr val="28644F"/>
                </a:solidFill>
                <a:latin typeface="Apple SD Gothic Neo"/>
                <a:ea typeface="Apple SD Gothic Neo"/>
                <a:cs typeface="Apple SD Gothic Neo"/>
              </a:defRPr>
            </a:lvl3pPr>
            <a:lvl4pPr>
              <a:defRPr sz="2400" b="1">
                <a:solidFill>
                  <a:srgbClr val="28644F"/>
                </a:solidFill>
                <a:latin typeface="Apple SD Gothic Neo"/>
                <a:ea typeface="Apple SD Gothic Neo"/>
                <a:cs typeface="Apple SD Gothic Neo"/>
              </a:defRPr>
            </a:lvl4pPr>
            <a:lvl5pPr>
              <a:defRPr sz="2400" b="1">
                <a:solidFill>
                  <a:srgbClr val="28644F"/>
                </a:solidFill>
                <a:latin typeface="Apple SD Gothic Neo"/>
                <a:ea typeface="Apple SD Gothic Neo"/>
                <a:cs typeface="Apple SD Gothic Neo"/>
              </a:defRPr>
            </a:lvl5pPr>
            <a:lvl6pPr>
              <a:defRPr sz="2400" b="1">
                <a:solidFill>
                  <a:srgbClr val="28644F"/>
                </a:solidFill>
                <a:latin typeface="Apple SD Gothic Neo"/>
                <a:ea typeface="Apple SD Gothic Neo"/>
                <a:cs typeface="Apple SD Gothic Neo"/>
              </a:defRPr>
            </a:lvl6pPr>
            <a:lvl7pPr>
              <a:defRPr sz="2400" b="1">
                <a:solidFill>
                  <a:srgbClr val="28644F"/>
                </a:solidFill>
                <a:latin typeface="Apple SD Gothic Neo"/>
                <a:ea typeface="Apple SD Gothic Neo"/>
                <a:cs typeface="Apple SD Gothic Neo"/>
              </a:defRPr>
            </a:lvl7pPr>
            <a:lvl8pPr>
              <a:defRPr sz="2400" b="1">
                <a:solidFill>
                  <a:srgbClr val="28644F"/>
                </a:solidFill>
                <a:latin typeface="Apple SD Gothic Neo"/>
                <a:ea typeface="Apple SD Gothic Neo"/>
                <a:cs typeface="Apple SD Gothic Neo"/>
              </a:defRPr>
            </a:lvl8pPr>
            <a:lvl9pPr>
              <a:defRPr sz="2400" b="1">
                <a:solidFill>
                  <a:srgbClr val="28644F"/>
                </a:solidFill>
                <a:latin typeface="Apple SD Gothic Neo"/>
                <a:ea typeface="Apple SD Gothic Neo"/>
                <a:cs typeface="Apple SD Gothic Neo"/>
              </a:defRPr>
            </a:lvl9pPr>
          </a:lstStyle>
          <a:p xmlns:a="http://schemas.openxmlformats.org/drawingml/2006/main">
            <a:pPr>
              <a:defRPr sz="2400" b="1">
                <a:solidFill>
                  <a:srgbClr val="28644F"/>
                </a:solidFill>
                <a:latin typeface="Apple SD Gothic Neo"/>
                <a:ea typeface="Apple SD Gothic Neo"/>
                <a:cs typeface="Apple SD Gothic Neo"/>
              </a:defRPr>
            </a:pPr>
            <a:r>
              <a:rPr sz="2400" b="1">
                <a:solidFill>
                  <a:srgbClr val="28644F"/>
                </a:solidFill>
                <a:latin typeface="Apple SD Gothic Neo"/>
                <a:ea typeface="Apple SD Gothic Neo"/>
                <a:cs typeface="Apple SD Gothic Neo"/>
              </a:rPr>
              <a:t>대상 오류는 그래프 입구에서 확인</a:t>
            </a:r>
          </a:p>
        </p:txBody>
      </p:sp>
      <p:sp>
        <p:nvSpPr>
          <p:cNvPr id="6" name="그럴듯한 문장과 형식 검수만으로 잘못된 대상 선택을 복구할 수 없었습니다.">
            <a:extLst xmlns:a="http://schemas.openxmlformats.org/drawingml/2006/main">
              <a:ext uri="{FF2B5EF4-FFF2-40B4-BE49-F238E27FC236}">
                <a16:creationId xmlns:a16="http://schemas.microsoft.com/office/drawing/2014/main" id="{430B83A1-242B-41E2-8A98-0635B7866215}"/>
              </a:ext>
            </a:extLst>
          </p:cNvPr>
          <p:cNvSpPr>
            <a:spLocks xmlns:a="http://schemas.openxmlformats.org/drawingml/2006/main" noGrp="1"/>
          </p:cNvSpPr>
          <p:nvPr/>
        </p:nvSpPr>
        <p:spPr>
          <a:xfrm xmlns:a="http://schemas.openxmlformats.org/drawingml/2006/main">
            <a:off x="609600" y="24098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82C25"/>
                </a:solidFill>
                <a:latin typeface="Apple SD Gothic Neo"/>
                <a:ea typeface="Apple SD Gothic Neo"/>
                <a:cs typeface="Apple SD Gothic Neo"/>
              </a:defRPr>
            </a:defPPr>
            <a:lvl1pPr>
              <a:defRPr sz="2025" b="0">
                <a:solidFill>
                  <a:srgbClr val="182C25"/>
                </a:solidFill>
                <a:latin typeface="Apple SD Gothic Neo"/>
                <a:ea typeface="Apple SD Gothic Neo"/>
                <a:cs typeface="Apple SD Gothic Neo"/>
              </a:defRPr>
            </a:lvl1pPr>
            <a:lvl2pPr>
              <a:defRPr sz="2025" b="0">
                <a:solidFill>
                  <a:srgbClr val="182C25"/>
                </a:solidFill>
                <a:latin typeface="Apple SD Gothic Neo"/>
                <a:ea typeface="Apple SD Gothic Neo"/>
                <a:cs typeface="Apple SD Gothic Neo"/>
              </a:defRPr>
            </a:lvl2pPr>
            <a:lvl3pPr>
              <a:defRPr sz="2025" b="0">
                <a:solidFill>
                  <a:srgbClr val="182C25"/>
                </a:solidFill>
                <a:latin typeface="Apple SD Gothic Neo"/>
                <a:ea typeface="Apple SD Gothic Neo"/>
                <a:cs typeface="Apple SD Gothic Neo"/>
              </a:defRPr>
            </a:lvl3pPr>
            <a:lvl4pPr>
              <a:defRPr sz="2025" b="0">
                <a:solidFill>
                  <a:srgbClr val="182C25"/>
                </a:solidFill>
                <a:latin typeface="Apple SD Gothic Neo"/>
                <a:ea typeface="Apple SD Gothic Neo"/>
                <a:cs typeface="Apple SD Gothic Neo"/>
              </a:defRPr>
            </a:lvl4pPr>
            <a:lvl5pPr>
              <a:defRPr sz="2025" b="0">
                <a:solidFill>
                  <a:srgbClr val="182C25"/>
                </a:solidFill>
                <a:latin typeface="Apple SD Gothic Neo"/>
                <a:ea typeface="Apple SD Gothic Neo"/>
                <a:cs typeface="Apple SD Gothic Neo"/>
              </a:defRPr>
            </a:lvl5pPr>
            <a:lvl6pPr>
              <a:defRPr sz="2025" b="0">
                <a:solidFill>
                  <a:srgbClr val="182C25"/>
                </a:solidFill>
                <a:latin typeface="Apple SD Gothic Neo"/>
                <a:ea typeface="Apple SD Gothic Neo"/>
                <a:cs typeface="Apple SD Gothic Neo"/>
              </a:defRPr>
            </a:lvl6pPr>
            <a:lvl7pPr>
              <a:defRPr sz="2025" b="0">
                <a:solidFill>
                  <a:srgbClr val="182C25"/>
                </a:solidFill>
                <a:latin typeface="Apple SD Gothic Neo"/>
                <a:ea typeface="Apple SD Gothic Neo"/>
                <a:cs typeface="Apple SD Gothic Neo"/>
              </a:defRPr>
            </a:lvl7pPr>
            <a:lvl8pPr>
              <a:defRPr sz="2025" b="0">
                <a:solidFill>
                  <a:srgbClr val="182C25"/>
                </a:solidFill>
                <a:latin typeface="Apple SD Gothic Neo"/>
                <a:ea typeface="Apple SD Gothic Neo"/>
                <a:cs typeface="Apple SD Gothic Neo"/>
              </a:defRPr>
            </a:lvl8pPr>
            <a:lvl9pPr>
              <a:defRPr sz="2025" b="0">
                <a:solidFill>
                  <a:srgbClr val="182C25"/>
                </a:solidFill>
                <a:latin typeface="Apple SD Gothic Neo"/>
                <a:ea typeface="Apple SD Gothic Neo"/>
                <a:cs typeface="Apple SD Gothic Neo"/>
              </a:defRPr>
            </a:lvl9pPr>
          </a:lstStyle>
          <a:p xmlns:a="http://schemas.openxmlformats.org/drawingml/2006/main">
            <a:pPr>
              <a:defRPr sz="2025" b="0">
                <a:solidFill>
                  <a:srgbClr val="182C25"/>
                </a:solidFill>
                <a:latin typeface="Apple SD Gothic Neo"/>
                <a:ea typeface="Apple SD Gothic Neo"/>
                <a:cs typeface="Apple SD Gothic Neo"/>
              </a:defRPr>
            </a:pPr>
            <a:r>
              <a:rPr sz="2025" b="0">
                <a:solidFill>
                  <a:srgbClr val="182C25"/>
                </a:solidFill>
                <a:latin typeface="Apple SD Gothic Neo"/>
                <a:ea typeface="Apple SD Gothic Neo"/>
                <a:cs typeface="Apple SD Gothic Neo"/>
              </a:rPr>
              <a:t>그럴듯한 문장과 형식 검수만으로 잘못된 대상 선택을 복구할 수 없었습니다.</a:t>
            </a:r>
          </a:p>
        </p:txBody>
      </p:sp>
      <p:sp>
        <p:nvSpPr>
          <p:cNvPr id="7" name="실제 사용자 경로까지 검증">
            <a:extLst xmlns:a="http://schemas.openxmlformats.org/drawingml/2006/main">
              <a:ext uri="{FF2B5EF4-FFF2-40B4-BE49-F238E27FC236}">
                <a16:creationId xmlns:a16="http://schemas.microsoft.com/office/drawing/2014/main" id="{A42EBFB3-AD14-438A-9D51-3D569E1B81A3}"/>
              </a:ext>
            </a:extLst>
          </p:cNvPr>
          <p:cNvSpPr>
            <a:spLocks xmlns:a="http://schemas.openxmlformats.org/drawingml/2006/main" noGrp="1"/>
          </p:cNvSpPr>
          <p:nvPr/>
        </p:nvSpPr>
        <p:spPr>
          <a:xfrm xmlns:a="http://schemas.openxmlformats.org/drawingml/2006/main">
            <a:off x="609600" y="33813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28644F"/>
                </a:solidFill>
                <a:latin typeface="Apple SD Gothic Neo"/>
                <a:ea typeface="Apple SD Gothic Neo"/>
                <a:cs typeface="Apple SD Gothic Neo"/>
              </a:defRPr>
            </a:defPPr>
            <a:lvl1pPr>
              <a:defRPr sz="2400" b="1">
                <a:solidFill>
                  <a:srgbClr val="28644F"/>
                </a:solidFill>
                <a:latin typeface="Apple SD Gothic Neo"/>
                <a:ea typeface="Apple SD Gothic Neo"/>
                <a:cs typeface="Apple SD Gothic Neo"/>
              </a:defRPr>
            </a:lvl1pPr>
            <a:lvl2pPr>
              <a:defRPr sz="2400" b="1">
                <a:solidFill>
                  <a:srgbClr val="28644F"/>
                </a:solidFill>
                <a:latin typeface="Apple SD Gothic Neo"/>
                <a:ea typeface="Apple SD Gothic Neo"/>
                <a:cs typeface="Apple SD Gothic Neo"/>
              </a:defRPr>
            </a:lvl2pPr>
            <a:lvl3pPr>
              <a:defRPr sz="2400" b="1">
                <a:solidFill>
                  <a:srgbClr val="28644F"/>
                </a:solidFill>
                <a:latin typeface="Apple SD Gothic Neo"/>
                <a:ea typeface="Apple SD Gothic Neo"/>
                <a:cs typeface="Apple SD Gothic Neo"/>
              </a:defRPr>
            </a:lvl3pPr>
            <a:lvl4pPr>
              <a:defRPr sz="2400" b="1">
                <a:solidFill>
                  <a:srgbClr val="28644F"/>
                </a:solidFill>
                <a:latin typeface="Apple SD Gothic Neo"/>
                <a:ea typeface="Apple SD Gothic Neo"/>
                <a:cs typeface="Apple SD Gothic Neo"/>
              </a:defRPr>
            </a:lvl4pPr>
            <a:lvl5pPr>
              <a:defRPr sz="2400" b="1">
                <a:solidFill>
                  <a:srgbClr val="28644F"/>
                </a:solidFill>
                <a:latin typeface="Apple SD Gothic Neo"/>
                <a:ea typeface="Apple SD Gothic Neo"/>
                <a:cs typeface="Apple SD Gothic Neo"/>
              </a:defRPr>
            </a:lvl5pPr>
            <a:lvl6pPr>
              <a:defRPr sz="2400" b="1">
                <a:solidFill>
                  <a:srgbClr val="28644F"/>
                </a:solidFill>
                <a:latin typeface="Apple SD Gothic Neo"/>
                <a:ea typeface="Apple SD Gothic Neo"/>
                <a:cs typeface="Apple SD Gothic Neo"/>
              </a:defRPr>
            </a:lvl6pPr>
            <a:lvl7pPr>
              <a:defRPr sz="2400" b="1">
                <a:solidFill>
                  <a:srgbClr val="28644F"/>
                </a:solidFill>
                <a:latin typeface="Apple SD Gothic Neo"/>
                <a:ea typeface="Apple SD Gothic Neo"/>
                <a:cs typeface="Apple SD Gothic Neo"/>
              </a:defRPr>
            </a:lvl7pPr>
            <a:lvl8pPr>
              <a:defRPr sz="2400" b="1">
                <a:solidFill>
                  <a:srgbClr val="28644F"/>
                </a:solidFill>
                <a:latin typeface="Apple SD Gothic Neo"/>
                <a:ea typeface="Apple SD Gothic Neo"/>
                <a:cs typeface="Apple SD Gothic Neo"/>
              </a:defRPr>
            </a:lvl8pPr>
            <a:lvl9pPr>
              <a:defRPr sz="2400" b="1">
                <a:solidFill>
                  <a:srgbClr val="28644F"/>
                </a:solidFill>
                <a:latin typeface="Apple SD Gothic Neo"/>
                <a:ea typeface="Apple SD Gothic Neo"/>
                <a:cs typeface="Apple SD Gothic Neo"/>
              </a:defRPr>
            </a:lvl9pPr>
          </a:lstStyle>
          <a:p xmlns:a="http://schemas.openxmlformats.org/drawingml/2006/main">
            <a:pPr>
              <a:defRPr sz="2400" b="1">
                <a:solidFill>
                  <a:srgbClr val="28644F"/>
                </a:solidFill>
                <a:latin typeface="Apple SD Gothic Neo"/>
                <a:ea typeface="Apple SD Gothic Neo"/>
                <a:cs typeface="Apple SD Gothic Neo"/>
              </a:defRPr>
            </a:pPr>
            <a:r>
              <a:rPr sz="2400" b="1">
                <a:solidFill>
                  <a:srgbClr val="28644F"/>
                </a:solidFill>
                <a:latin typeface="Apple SD Gothic Neo"/>
                <a:ea typeface="Apple SD Gothic Neo"/>
                <a:cs typeface="Apple SD Gothic Neo"/>
              </a:rPr>
              <a:t>실제 사용자 경로까지 검증</a:t>
            </a:r>
          </a:p>
        </p:txBody>
      </p:sp>
      <p:sp>
        <p:nvSpPr>
          <p:cNvPr id="8" name="빈 노드 업데이트가 SSE를 끊은 뒤, 그래프 테스트에 API·브라우저 확인을 더">
            <a:extLst xmlns:a="http://schemas.openxmlformats.org/drawingml/2006/main">
              <a:ext uri="{FF2B5EF4-FFF2-40B4-BE49-F238E27FC236}">
                <a16:creationId xmlns:a16="http://schemas.microsoft.com/office/drawing/2014/main" id="{AA560077-9F0E-4FC4-9C8A-78B13CA20976}"/>
              </a:ext>
            </a:extLst>
          </p:cNvPr>
          <p:cNvSpPr>
            <a:spLocks xmlns:a="http://schemas.openxmlformats.org/drawingml/2006/main" noGrp="1"/>
          </p:cNvSpPr>
          <p:nvPr/>
        </p:nvSpPr>
        <p:spPr>
          <a:xfrm xmlns:a="http://schemas.openxmlformats.org/drawingml/2006/main">
            <a:off x="609600" y="3952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82C25"/>
                </a:solidFill>
                <a:latin typeface="Apple SD Gothic Neo"/>
                <a:ea typeface="Apple SD Gothic Neo"/>
                <a:cs typeface="Apple SD Gothic Neo"/>
              </a:defRPr>
            </a:defPPr>
            <a:lvl1pPr>
              <a:defRPr sz="2025" b="0">
                <a:solidFill>
                  <a:srgbClr val="182C25"/>
                </a:solidFill>
                <a:latin typeface="Apple SD Gothic Neo"/>
                <a:ea typeface="Apple SD Gothic Neo"/>
                <a:cs typeface="Apple SD Gothic Neo"/>
              </a:defRPr>
            </a:lvl1pPr>
            <a:lvl2pPr>
              <a:defRPr sz="2025" b="0">
                <a:solidFill>
                  <a:srgbClr val="182C25"/>
                </a:solidFill>
                <a:latin typeface="Apple SD Gothic Neo"/>
                <a:ea typeface="Apple SD Gothic Neo"/>
                <a:cs typeface="Apple SD Gothic Neo"/>
              </a:defRPr>
            </a:lvl2pPr>
            <a:lvl3pPr>
              <a:defRPr sz="2025" b="0">
                <a:solidFill>
                  <a:srgbClr val="182C25"/>
                </a:solidFill>
                <a:latin typeface="Apple SD Gothic Neo"/>
                <a:ea typeface="Apple SD Gothic Neo"/>
                <a:cs typeface="Apple SD Gothic Neo"/>
              </a:defRPr>
            </a:lvl3pPr>
            <a:lvl4pPr>
              <a:defRPr sz="2025" b="0">
                <a:solidFill>
                  <a:srgbClr val="182C25"/>
                </a:solidFill>
                <a:latin typeface="Apple SD Gothic Neo"/>
                <a:ea typeface="Apple SD Gothic Neo"/>
                <a:cs typeface="Apple SD Gothic Neo"/>
              </a:defRPr>
            </a:lvl4pPr>
            <a:lvl5pPr>
              <a:defRPr sz="2025" b="0">
                <a:solidFill>
                  <a:srgbClr val="182C25"/>
                </a:solidFill>
                <a:latin typeface="Apple SD Gothic Neo"/>
                <a:ea typeface="Apple SD Gothic Neo"/>
                <a:cs typeface="Apple SD Gothic Neo"/>
              </a:defRPr>
            </a:lvl5pPr>
            <a:lvl6pPr>
              <a:defRPr sz="2025" b="0">
                <a:solidFill>
                  <a:srgbClr val="182C25"/>
                </a:solidFill>
                <a:latin typeface="Apple SD Gothic Neo"/>
                <a:ea typeface="Apple SD Gothic Neo"/>
                <a:cs typeface="Apple SD Gothic Neo"/>
              </a:defRPr>
            </a:lvl6pPr>
            <a:lvl7pPr>
              <a:defRPr sz="2025" b="0">
                <a:solidFill>
                  <a:srgbClr val="182C25"/>
                </a:solidFill>
                <a:latin typeface="Apple SD Gothic Neo"/>
                <a:ea typeface="Apple SD Gothic Neo"/>
                <a:cs typeface="Apple SD Gothic Neo"/>
              </a:defRPr>
            </a:lvl7pPr>
            <a:lvl8pPr>
              <a:defRPr sz="2025" b="0">
                <a:solidFill>
                  <a:srgbClr val="182C25"/>
                </a:solidFill>
                <a:latin typeface="Apple SD Gothic Neo"/>
                <a:ea typeface="Apple SD Gothic Neo"/>
                <a:cs typeface="Apple SD Gothic Neo"/>
              </a:defRPr>
            </a:lvl8pPr>
            <a:lvl9pPr>
              <a:defRPr sz="2025" b="0">
                <a:solidFill>
                  <a:srgbClr val="182C25"/>
                </a:solidFill>
                <a:latin typeface="Apple SD Gothic Neo"/>
                <a:ea typeface="Apple SD Gothic Neo"/>
                <a:cs typeface="Apple SD Gothic Neo"/>
              </a:defRPr>
            </a:lvl9pPr>
          </a:lstStyle>
          <a:p xmlns:a="http://schemas.openxmlformats.org/drawingml/2006/main">
            <a:pPr>
              <a:defRPr sz="2025" b="0">
                <a:solidFill>
                  <a:srgbClr val="182C25"/>
                </a:solidFill>
                <a:latin typeface="Apple SD Gothic Neo"/>
                <a:ea typeface="Apple SD Gothic Neo"/>
                <a:cs typeface="Apple SD Gothic Neo"/>
              </a:defRPr>
            </a:pPr>
            <a:r>
              <a:rPr sz="2025" b="0">
                <a:solidFill>
                  <a:srgbClr val="182C25"/>
                </a:solidFill>
                <a:latin typeface="Apple SD Gothic Neo"/>
                <a:ea typeface="Apple SD Gothic Neo"/>
                <a:cs typeface="Apple SD Gothic Neo"/>
              </a:rPr>
              <a:t>빈 노드 업데이트가 SSE를 끊은 뒤, 그래프 테스트에 API·브라우저 확인을 더했습니다.</a:t>
            </a:r>
          </a:p>
        </p:txBody>
      </p:sp>
      <p:sp>
        <p:nvSpPr>
          <p:cNvPr id="9" name="실험의 범위와 실패를 함께 기록">
            <a:extLst xmlns:a="http://schemas.openxmlformats.org/drawingml/2006/main">
              <a:ext uri="{FF2B5EF4-FFF2-40B4-BE49-F238E27FC236}">
                <a16:creationId xmlns:a16="http://schemas.microsoft.com/office/drawing/2014/main" id="{0F55FDB2-B3AA-435B-9EE4-9C369FF763C6}"/>
              </a:ext>
            </a:extLst>
          </p:cNvPr>
          <p:cNvSpPr>
            <a:spLocks xmlns:a="http://schemas.openxmlformats.org/drawingml/2006/main" noGrp="1"/>
          </p:cNvSpPr>
          <p:nvPr/>
        </p:nvSpPr>
        <p:spPr>
          <a:xfrm xmlns:a="http://schemas.openxmlformats.org/drawingml/2006/main">
            <a:off x="609600" y="49244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28644F"/>
                </a:solidFill>
                <a:latin typeface="Apple SD Gothic Neo"/>
                <a:ea typeface="Apple SD Gothic Neo"/>
                <a:cs typeface="Apple SD Gothic Neo"/>
              </a:defRPr>
            </a:defPPr>
            <a:lvl1pPr>
              <a:defRPr sz="2400" b="1">
                <a:solidFill>
                  <a:srgbClr val="28644F"/>
                </a:solidFill>
                <a:latin typeface="Apple SD Gothic Neo"/>
                <a:ea typeface="Apple SD Gothic Neo"/>
                <a:cs typeface="Apple SD Gothic Neo"/>
              </a:defRPr>
            </a:lvl1pPr>
            <a:lvl2pPr>
              <a:defRPr sz="2400" b="1">
                <a:solidFill>
                  <a:srgbClr val="28644F"/>
                </a:solidFill>
                <a:latin typeface="Apple SD Gothic Neo"/>
                <a:ea typeface="Apple SD Gothic Neo"/>
                <a:cs typeface="Apple SD Gothic Neo"/>
              </a:defRPr>
            </a:lvl2pPr>
            <a:lvl3pPr>
              <a:defRPr sz="2400" b="1">
                <a:solidFill>
                  <a:srgbClr val="28644F"/>
                </a:solidFill>
                <a:latin typeface="Apple SD Gothic Neo"/>
                <a:ea typeface="Apple SD Gothic Neo"/>
                <a:cs typeface="Apple SD Gothic Neo"/>
              </a:defRPr>
            </a:lvl3pPr>
            <a:lvl4pPr>
              <a:defRPr sz="2400" b="1">
                <a:solidFill>
                  <a:srgbClr val="28644F"/>
                </a:solidFill>
                <a:latin typeface="Apple SD Gothic Neo"/>
                <a:ea typeface="Apple SD Gothic Neo"/>
                <a:cs typeface="Apple SD Gothic Neo"/>
              </a:defRPr>
            </a:lvl4pPr>
            <a:lvl5pPr>
              <a:defRPr sz="2400" b="1">
                <a:solidFill>
                  <a:srgbClr val="28644F"/>
                </a:solidFill>
                <a:latin typeface="Apple SD Gothic Neo"/>
                <a:ea typeface="Apple SD Gothic Neo"/>
                <a:cs typeface="Apple SD Gothic Neo"/>
              </a:defRPr>
            </a:lvl5pPr>
            <a:lvl6pPr>
              <a:defRPr sz="2400" b="1">
                <a:solidFill>
                  <a:srgbClr val="28644F"/>
                </a:solidFill>
                <a:latin typeface="Apple SD Gothic Neo"/>
                <a:ea typeface="Apple SD Gothic Neo"/>
                <a:cs typeface="Apple SD Gothic Neo"/>
              </a:defRPr>
            </a:lvl6pPr>
            <a:lvl7pPr>
              <a:defRPr sz="2400" b="1">
                <a:solidFill>
                  <a:srgbClr val="28644F"/>
                </a:solidFill>
                <a:latin typeface="Apple SD Gothic Neo"/>
                <a:ea typeface="Apple SD Gothic Neo"/>
                <a:cs typeface="Apple SD Gothic Neo"/>
              </a:defRPr>
            </a:lvl7pPr>
            <a:lvl8pPr>
              <a:defRPr sz="2400" b="1">
                <a:solidFill>
                  <a:srgbClr val="28644F"/>
                </a:solidFill>
                <a:latin typeface="Apple SD Gothic Neo"/>
                <a:ea typeface="Apple SD Gothic Neo"/>
                <a:cs typeface="Apple SD Gothic Neo"/>
              </a:defRPr>
            </a:lvl8pPr>
            <a:lvl9pPr>
              <a:defRPr sz="2400" b="1">
                <a:solidFill>
                  <a:srgbClr val="28644F"/>
                </a:solidFill>
                <a:latin typeface="Apple SD Gothic Neo"/>
                <a:ea typeface="Apple SD Gothic Neo"/>
                <a:cs typeface="Apple SD Gothic Neo"/>
              </a:defRPr>
            </a:lvl9pPr>
          </a:lstStyle>
          <a:p xmlns:a="http://schemas.openxmlformats.org/drawingml/2006/main">
            <a:pPr>
              <a:defRPr sz="2400" b="1">
                <a:solidFill>
                  <a:srgbClr val="28644F"/>
                </a:solidFill>
                <a:latin typeface="Apple SD Gothic Neo"/>
                <a:ea typeface="Apple SD Gothic Neo"/>
                <a:cs typeface="Apple SD Gothic Neo"/>
              </a:defRPr>
            </a:pPr>
            <a:r>
              <a:rPr sz="2400" b="1">
                <a:solidFill>
                  <a:srgbClr val="28644F"/>
                </a:solidFill>
                <a:latin typeface="Apple SD Gothic Neo"/>
                <a:ea typeface="Apple SD Gothic Neo"/>
                <a:cs typeface="Apple SD Gothic Neo"/>
              </a:rPr>
              <a:t>실험의 범위와 실패를 함께 기록</a:t>
            </a:r>
          </a:p>
        </p:txBody>
      </p:sp>
      <p:sp>
        <p:nvSpPr>
          <p:cNvPr id="10" name="규칙·모의 연동·실모델 측정을 구분하고 지연 증가와 타임아웃도 결과에 남겼습니다.">
            <a:extLst xmlns:a="http://schemas.openxmlformats.org/drawingml/2006/main">
              <a:ext uri="{FF2B5EF4-FFF2-40B4-BE49-F238E27FC236}">
                <a16:creationId xmlns:a16="http://schemas.microsoft.com/office/drawing/2014/main" id="{ECC6BE7E-8240-4ED8-9C0B-0D3B68EF5AEC}"/>
              </a:ext>
            </a:extLst>
          </p:cNvPr>
          <p:cNvSpPr>
            <a:spLocks xmlns:a="http://schemas.openxmlformats.org/drawingml/2006/main" noGrp="1"/>
          </p:cNvSpPr>
          <p:nvPr/>
        </p:nvSpPr>
        <p:spPr>
          <a:xfrm xmlns:a="http://schemas.openxmlformats.org/drawingml/2006/main">
            <a:off x="609600" y="54959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82C25"/>
                </a:solidFill>
                <a:latin typeface="Apple SD Gothic Neo"/>
                <a:ea typeface="Apple SD Gothic Neo"/>
                <a:cs typeface="Apple SD Gothic Neo"/>
              </a:defRPr>
            </a:defPPr>
            <a:lvl1pPr>
              <a:defRPr sz="2025" b="0">
                <a:solidFill>
                  <a:srgbClr val="182C25"/>
                </a:solidFill>
                <a:latin typeface="Apple SD Gothic Neo"/>
                <a:ea typeface="Apple SD Gothic Neo"/>
                <a:cs typeface="Apple SD Gothic Neo"/>
              </a:defRPr>
            </a:lvl1pPr>
            <a:lvl2pPr>
              <a:defRPr sz="2025" b="0">
                <a:solidFill>
                  <a:srgbClr val="182C25"/>
                </a:solidFill>
                <a:latin typeface="Apple SD Gothic Neo"/>
                <a:ea typeface="Apple SD Gothic Neo"/>
                <a:cs typeface="Apple SD Gothic Neo"/>
              </a:defRPr>
            </a:lvl2pPr>
            <a:lvl3pPr>
              <a:defRPr sz="2025" b="0">
                <a:solidFill>
                  <a:srgbClr val="182C25"/>
                </a:solidFill>
                <a:latin typeface="Apple SD Gothic Neo"/>
                <a:ea typeface="Apple SD Gothic Neo"/>
                <a:cs typeface="Apple SD Gothic Neo"/>
              </a:defRPr>
            </a:lvl3pPr>
            <a:lvl4pPr>
              <a:defRPr sz="2025" b="0">
                <a:solidFill>
                  <a:srgbClr val="182C25"/>
                </a:solidFill>
                <a:latin typeface="Apple SD Gothic Neo"/>
                <a:ea typeface="Apple SD Gothic Neo"/>
                <a:cs typeface="Apple SD Gothic Neo"/>
              </a:defRPr>
            </a:lvl4pPr>
            <a:lvl5pPr>
              <a:defRPr sz="2025" b="0">
                <a:solidFill>
                  <a:srgbClr val="182C25"/>
                </a:solidFill>
                <a:latin typeface="Apple SD Gothic Neo"/>
                <a:ea typeface="Apple SD Gothic Neo"/>
                <a:cs typeface="Apple SD Gothic Neo"/>
              </a:defRPr>
            </a:lvl5pPr>
            <a:lvl6pPr>
              <a:defRPr sz="2025" b="0">
                <a:solidFill>
                  <a:srgbClr val="182C25"/>
                </a:solidFill>
                <a:latin typeface="Apple SD Gothic Neo"/>
                <a:ea typeface="Apple SD Gothic Neo"/>
                <a:cs typeface="Apple SD Gothic Neo"/>
              </a:defRPr>
            </a:lvl6pPr>
            <a:lvl7pPr>
              <a:defRPr sz="2025" b="0">
                <a:solidFill>
                  <a:srgbClr val="182C25"/>
                </a:solidFill>
                <a:latin typeface="Apple SD Gothic Neo"/>
                <a:ea typeface="Apple SD Gothic Neo"/>
                <a:cs typeface="Apple SD Gothic Neo"/>
              </a:defRPr>
            </a:lvl7pPr>
            <a:lvl8pPr>
              <a:defRPr sz="2025" b="0">
                <a:solidFill>
                  <a:srgbClr val="182C25"/>
                </a:solidFill>
                <a:latin typeface="Apple SD Gothic Neo"/>
                <a:ea typeface="Apple SD Gothic Neo"/>
                <a:cs typeface="Apple SD Gothic Neo"/>
              </a:defRPr>
            </a:lvl8pPr>
            <a:lvl9pPr>
              <a:defRPr sz="2025" b="0">
                <a:solidFill>
                  <a:srgbClr val="182C25"/>
                </a:solidFill>
                <a:latin typeface="Apple SD Gothic Neo"/>
                <a:ea typeface="Apple SD Gothic Neo"/>
                <a:cs typeface="Apple SD Gothic Neo"/>
              </a:defRPr>
            </a:lvl9pPr>
          </a:lstStyle>
          <a:p xmlns:a="http://schemas.openxmlformats.org/drawingml/2006/main">
            <a:pPr>
              <a:defRPr sz="2025" b="0">
                <a:solidFill>
                  <a:srgbClr val="182C25"/>
                </a:solidFill>
                <a:latin typeface="Apple SD Gothic Neo"/>
                <a:ea typeface="Apple SD Gothic Neo"/>
                <a:cs typeface="Apple SD Gothic Neo"/>
              </a:defRPr>
            </a:pPr>
            <a:r>
              <a:rPr sz="2025" b="0">
                <a:solidFill>
                  <a:srgbClr val="182C25"/>
                </a:solidFill>
                <a:latin typeface="Apple SD Gothic Neo"/>
                <a:ea typeface="Apple SD Gothic Neo"/>
                <a:cs typeface="Apple SD Gothic Neo"/>
              </a:rPr>
              <a:t>규칙·모의 연동·실모델 측정을 구분하고 지연 증가와 타임아웃도 결과에 남겼습니다.</a:t>
            </a:r>
          </a:p>
        </p:txBody>
      </p:sp>
    </p:spTree>
    <p:extLst>
      <p:ext uri="{BB962C8B-B14F-4D97-AF65-F5344CB8AC3E}">
        <p14:creationId xmlns:p14="http://schemas.microsoft.com/office/powerpoint/2010/main" val="21274225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2026-10-20T07:36:46.4100000Z</dcterms:created>
  <dcterms:modified xsi:type="dcterms:W3CDTF">2026-10-20T07:36:46.4100000Z</dcterms:modified>
</coreProperties>
</file>